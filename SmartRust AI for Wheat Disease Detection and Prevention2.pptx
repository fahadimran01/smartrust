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0"/>
  </p:notesMasterIdLst>
  <p:sldIdLst>
    <p:sldId id="289" r:id="rId2"/>
    <p:sldId id="290" r:id="rId3"/>
    <p:sldId id="291" r:id="rId4"/>
    <p:sldId id="292" r:id="rId5"/>
    <p:sldId id="288" r:id="rId6"/>
    <p:sldId id="293" r:id="rId7"/>
    <p:sldId id="294" r:id="rId8"/>
    <p:sldId id="295" r:id="rId9"/>
    <p:sldId id="296" r:id="rId10"/>
    <p:sldId id="297" r:id="rId11"/>
    <p:sldId id="298" r:id="rId12"/>
    <p:sldId id="299" r:id="rId13"/>
    <p:sldId id="300" r:id="rId14"/>
    <p:sldId id="301" r:id="rId15"/>
    <p:sldId id="302" r:id="rId16"/>
    <p:sldId id="303" r:id="rId17"/>
    <p:sldId id="304" r:id="rId18"/>
    <p:sldId id="30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1" d="100"/>
          <a:sy n="71" d="100"/>
        </p:scale>
        <p:origin x="-480"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A7D8D8-C993-488D-B5B6-57C2A60E63FE}" type="datetimeFigureOut">
              <a:rPr lang="en-US" smtClean="0"/>
              <a:t>7/1/2025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BC3991-0652-48E3-8A3B-566D9CD29C5D}" type="slidenum">
              <a:rPr lang="en-US" smtClean="0"/>
              <a:t>‹#›</a:t>
            </a:fld>
            <a:endParaRPr lang="en-US"/>
          </a:p>
        </p:txBody>
      </p:sp>
    </p:spTree>
    <p:extLst>
      <p:ext uri="{BB962C8B-B14F-4D97-AF65-F5344CB8AC3E}">
        <p14:creationId xmlns:p14="http://schemas.microsoft.com/office/powerpoint/2010/main" val="3820827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9981839-D810-11BB-CB10-67240BD9E9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379DE6F2-056A-3D11-A3A0-9D202A1703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D67D36CC-6860-894B-42F0-9DAC8ADF58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45033015-2B84-7ECB-8BD2-785719B00659}"/>
              </a:ext>
            </a:extLst>
          </p:cNvPr>
          <p:cNvSpPr>
            <a:spLocks noGrp="1"/>
          </p:cNvSpPr>
          <p:nvPr>
            <p:ph type="sldNum" sz="quarter" idx="5"/>
          </p:nvPr>
        </p:nvSpPr>
        <p:spPr/>
        <p:txBody>
          <a:bodyPr/>
          <a:lstStyle/>
          <a:p>
            <a:fld id="{74BC3991-0652-48E3-8A3B-566D9CD29C5D}" type="slidenum">
              <a:rPr lang="en-US" smtClean="0"/>
              <a:t>1</a:t>
            </a:fld>
            <a:endParaRPr lang="en-US"/>
          </a:p>
        </p:txBody>
      </p:sp>
    </p:spTree>
    <p:extLst>
      <p:ext uri="{BB962C8B-B14F-4D97-AF65-F5344CB8AC3E}">
        <p14:creationId xmlns:p14="http://schemas.microsoft.com/office/powerpoint/2010/main" val="31602651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EF0BAD9-6ADB-66E1-D82E-4D6F695F08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8BB62B7D-BB61-8A35-2CAC-5249B601ED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EDA17297-5334-D60B-8ADF-14C33FC1E1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728FE8A5-8801-D7A2-29D4-15223093B1D2}"/>
              </a:ext>
            </a:extLst>
          </p:cNvPr>
          <p:cNvSpPr>
            <a:spLocks noGrp="1"/>
          </p:cNvSpPr>
          <p:nvPr>
            <p:ph type="sldNum" sz="quarter" idx="5"/>
          </p:nvPr>
        </p:nvSpPr>
        <p:spPr/>
        <p:txBody>
          <a:bodyPr/>
          <a:lstStyle/>
          <a:p>
            <a:fld id="{74BC3991-0652-48E3-8A3B-566D9CD29C5D}" type="slidenum">
              <a:rPr lang="en-US" smtClean="0"/>
              <a:t>2</a:t>
            </a:fld>
            <a:endParaRPr lang="en-US"/>
          </a:p>
        </p:txBody>
      </p:sp>
    </p:spTree>
    <p:extLst>
      <p:ext uri="{BB962C8B-B14F-4D97-AF65-F5344CB8AC3E}">
        <p14:creationId xmlns:p14="http://schemas.microsoft.com/office/powerpoint/2010/main" val="2614608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CDF9B15-C669-9A5F-339F-AEC292BA98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B2DB5DFA-B5EB-4CEE-911F-C51B13FA1E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B52B027B-543B-43C1-8932-AB32B93F95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C27F9E4C-738D-B2DE-26BA-1B3E64CC45C3}"/>
              </a:ext>
            </a:extLst>
          </p:cNvPr>
          <p:cNvSpPr>
            <a:spLocks noGrp="1"/>
          </p:cNvSpPr>
          <p:nvPr>
            <p:ph type="sldNum" sz="quarter" idx="5"/>
          </p:nvPr>
        </p:nvSpPr>
        <p:spPr/>
        <p:txBody>
          <a:bodyPr/>
          <a:lstStyle/>
          <a:p>
            <a:fld id="{74BC3991-0652-48E3-8A3B-566D9CD29C5D}" type="slidenum">
              <a:rPr lang="en-US" smtClean="0"/>
              <a:t>3</a:t>
            </a:fld>
            <a:endParaRPr lang="en-US"/>
          </a:p>
        </p:txBody>
      </p:sp>
    </p:spTree>
    <p:extLst>
      <p:ext uri="{BB962C8B-B14F-4D97-AF65-F5344CB8AC3E}">
        <p14:creationId xmlns:p14="http://schemas.microsoft.com/office/powerpoint/2010/main" val="4041489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36F9E2D-56F2-A21B-A52A-EB2910908D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D53A2701-BE9A-AC43-7A09-477941EC71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573CE7B3-280A-5A0D-05DF-ADDD078C1E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19A8D337-B952-A276-B4E0-C5427C8C7D75}"/>
              </a:ext>
            </a:extLst>
          </p:cNvPr>
          <p:cNvSpPr>
            <a:spLocks noGrp="1"/>
          </p:cNvSpPr>
          <p:nvPr>
            <p:ph type="sldNum" sz="quarter" idx="5"/>
          </p:nvPr>
        </p:nvSpPr>
        <p:spPr/>
        <p:txBody>
          <a:bodyPr/>
          <a:lstStyle/>
          <a:p>
            <a:fld id="{74BC3991-0652-48E3-8A3B-566D9CD29C5D}" type="slidenum">
              <a:rPr lang="en-US" smtClean="0"/>
              <a:t>4</a:t>
            </a:fld>
            <a:endParaRPr lang="en-US"/>
          </a:p>
        </p:txBody>
      </p:sp>
    </p:spTree>
    <p:extLst>
      <p:ext uri="{BB962C8B-B14F-4D97-AF65-F5344CB8AC3E}">
        <p14:creationId xmlns:p14="http://schemas.microsoft.com/office/powerpoint/2010/main" val="2769187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BC3991-0652-48E3-8A3B-566D9CD29C5D}" type="slidenum">
              <a:rPr lang="en-US" smtClean="0"/>
              <a:t>5</a:t>
            </a:fld>
            <a:endParaRPr lang="en-US"/>
          </a:p>
        </p:txBody>
      </p:sp>
    </p:spTree>
    <p:extLst>
      <p:ext uri="{BB962C8B-B14F-4D97-AF65-F5344CB8AC3E}">
        <p14:creationId xmlns:p14="http://schemas.microsoft.com/office/powerpoint/2010/main" val="41977000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C58636A-8528-BD73-AAA7-EF7BE34FC2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0F678812-1714-5D39-5398-F856A6109B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4975C6EA-3329-9304-93D0-5DE94014F6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5D58A9E1-84C5-5C45-68B5-89CC5699C7C7}"/>
              </a:ext>
            </a:extLst>
          </p:cNvPr>
          <p:cNvSpPr>
            <a:spLocks noGrp="1"/>
          </p:cNvSpPr>
          <p:nvPr>
            <p:ph type="sldNum" sz="quarter" idx="5"/>
          </p:nvPr>
        </p:nvSpPr>
        <p:spPr/>
        <p:txBody>
          <a:bodyPr/>
          <a:lstStyle/>
          <a:p>
            <a:fld id="{74BC3991-0652-48E3-8A3B-566D9CD29C5D}" type="slidenum">
              <a:rPr lang="en-US" smtClean="0"/>
              <a:t>6</a:t>
            </a:fld>
            <a:endParaRPr lang="en-US"/>
          </a:p>
        </p:txBody>
      </p:sp>
    </p:spTree>
    <p:extLst>
      <p:ext uri="{BB962C8B-B14F-4D97-AF65-F5344CB8AC3E}">
        <p14:creationId xmlns:p14="http://schemas.microsoft.com/office/powerpoint/2010/main" val="7731657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A768E37-1F3F-894E-8759-896B565CE3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E57B10F7-332C-64E9-6E8B-0B49F792C4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BD9E47EE-40EF-A507-FA91-04126E7CC9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E92B518C-7AA1-8217-AD2A-A7911B7915CC}"/>
              </a:ext>
            </a:extLst>
          </p:cNvPr>
          <p:cNvSpPr>
            <a:spLocks noGrp="1"/>
          </p:cNvSpPr>
          <p:nvPr>
            <p:ph type="sldNum" sz="quarter" idx="5"/>
          </p:nvPr>
        </p:nvSpPr>
        <p:spPr/>
        <p:txBody>
          <a:bodyPr/>
          <a:lstStyle/>
          <a:p>
            <a:fld id="{74BC3991-0652-48E3-8A3B-566D9CD29C5D}" type="slidenum">
              <a:rPr lang="en-US" smtClean="0"/>
              <a:t>7</a:t>
            </a:fld>
            <a:endParaRPr lang="en-US"/>
          </a:p>
        </p:txBody>
      </p:sp>
    </p:spTree>
    <p:extLst>
      <p:ext uri="{BB962C8B-B14F-4D97-AF65-F5344CB8AC3E}">
        <p14:creationId xmlns:p14="http://schemas.microsoft.com/office/powerpoint/2010/main" val="31055049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C43AC40-0783-F70A-3865-97066D02A6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AA6C20BD-25BC-0728-B41F-FE49416316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89314546-BDAB-BC10-2D16-7128D2A73C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D695EF47-72C6-85D4-46B8-BA2661E26BA1}"/>
              </a:ext>
            </a:extLst>
          </p:cNvPr>
          <p:cNvSpPr>
            <a:spLocks noGrp="1"/>
          </p:cNvSpPr>
          <p:nvPr>
            <p:ph type="sldNum" sz="quarter" idx="5"/>
          </p:nvPr>
        </p:nvSpPr>
        <p:spPr/>
        <p:txBody>
          <a:bodyPr/>
          <a:lstStyle/>
          <a:p>
            <a:fld id="{74BC3991-0652-48E3-8A3B-566D9CD29C5D}" type="slidenum">
              <a:rPr lang="en-US" smtClean="0"/>
              <a:t>8</a:t>
            </a:fld>
            <a:endParaRPr lang="en-US"/>
          </a:p>
        </p:txBody>
      </p:sp>
    </p:spTree>
    <p:extLst>
      <p:ext uri="{BB962C8B-B14F-4D97-AF65-F5344CB8AC3E}">
        <p14:creationId xmlns:p14="http://schemas.microsoft.com/office/powerpoint/2010/main" val="12536851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5993449-ACD8-B36B-4834-811FF4CA09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4AFF0D28-506B-0233-6F11-4B87E5D019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EA530A13-FDA5-9D16-14BC-8292D63B89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6D78152A-BC7A-272C-7A99-5227D6B1D679}"/>
              </a:ext>
            </a:extLst>
          </p:cNvPr>
          <p:cNvSpPr>
            <a:spLocks noGrp="1"/>
          </p:cNvSpPr>
          <p:nvPr>
            <p:ph type="sldNum" sz="quarter" idx="5"/>
          </p:nvPr>
        </p:nvSpPr>
        <p:spPr/>
        <p:txBody>
          <a:bodyPr/>
          <a:lstStyle/>
          <a:p>
            <a:fld id="{74BC3991-0652-48E3-8A3B-566D9CD29C5D}" type="slidenum">
              <a:rPr lang="en-US" smtClean="0"/>
              <a:t>9</a:t>
            </a:fld>
            <a:endParaRPr lang="en-US"/>
          </a:p>
        </p:txBody>
      </p:sp>
    </p:spTree>
    <p:extLst>
      <p:ext uri="{BB962C8B-B14F-4D97-AF65-F5344CB8AC3E}">
        <p14:creationId xmlns:p14="http://schemas.microsoft.com/office/powerpoint/2010/main" val="46335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6D2FE5D-1FB4-8E94-2984-B5159D68F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0F9D2873-E75F-738F-0065-A0F39F4DF0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13242ECF-C6FE-FD82-4B9F-97A30EF5B9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037DD140-B7BB-FCD3-3F70-C2D8FC56FC47}"/>
              </a:ext>
            </a:extLst>
          </p:cNvPr>
          <p:cNvSpPr>
            <a:spLocks noGrp="1"/>
          </p:cNvSpPr>
          <p:nvPr>
            <p:ph type="sldNum" sz="quarter" idx="5"/>
          </p:nvPr>
        </p:nvSpPr>
        <p:spPr/>
        <p:txBody>
          <a:bodyPr/>
          <a:lstStyle/>
          <a:p>
            <a:fld id="{74BC3991-0652-48E3-8A3B-566D9CD29C5D}" type="slidenum">
              <a:rPr lang="en-US" smtClean="0"/>
              <a:t>10</a:t>
            </a:fld>
            <a:endParaRPr lang="en-US"/>
          </a:p>
        </p:txBody>
      </p:sp>
    </p:spTree>
    <p:extLst>
      <p:ext uri="{BB962C8B-B14F-4D97-AF65-F5344CB8AC3E}">
        <p14:creationId xmlns:p14="http://schemas.microsoft.com/office/powerpoint/2010/main" val="3234760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1BE6783-D213-E0DA-E0A0-BD0FA9B2E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8E03E2C1-D938-FFC7-352A-444B06D2AC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7B0A3206-A324-005F-ECAF-A3CA6825C4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7B96F8CF-69E0-2FC8-49B4-733FA159C766}"/>
              </a:ext>
            </a:extLst>
          </p:cNvPr>
          <p:cNvSpPr>
            <a:spLocks noGrp="1"/>
          </p:cNvSpPr>
          <p:nvPr>
            <p:ph type="sldNum" sz="quarter" idx="5"/>
          </p:nvPr>
        </p:nvSpPr>
        <p:spPr/>
        <p:txBody>
          <a:bodyPr/>
          <a:lstStyle/>
          <a:p>
            <a:fld id="{74BC3991-0652-48E3-8A3B-566D9CD29C5D}" type="slidenum">
              <a:rPr lang="en-US" smtClean="0"/>
              <a:t>11</a:t>
            </a:fld>
            <a:endParaRPr lang="en-US"/>
          </a:p>
        </p:txBody>
      </p:sp>
    </p:spTree>
    <p:extLst>
      <p:ext uri="{BB962C8B-B14F-4D97-AF65-F5344CB8AC3E}">
        <p14:creationId xmlns:p14="http://schemas.microsoft.com/office/powerpoint/2010/main" val="22732902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410402C-F901-D2D5-26C4-CCA2FF9287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91FFBCFA-A2A9-1CD0-9FA5-D5E5C610F6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006AE0BD-FC96-35A0-D33A-365F231059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BB3EE562-F8EC-5DD9-5232-AE922BD35A08}"/>
              </a:ext>
            </a:extLst>
          </p:cNvPr>
          <p:cNvSpPr>
            <a:spLocks noGrp="1"/>
          </p:cNvSpPr>
          <p:nvPr>
            <p:ph type="sldNum" sz="quarter" idx="5"/>
          </p:nvPr>
        </p:nvSpPr>
        <p:spPr/>
        <p:txBody>
          <a:bodyPr/>
          <a:lstStyle/>
          <a:p>
            <a:fld id="{74BC3991-0652-48E3-8A3B-566D9CD29C5D}" type="slidenum">
              <a:rPr lang="en-US" smtClean="0"/>
              <a:t>12</a:t>
            </a:fld>
            <a:endParaRPr lang="en-US"/>
          </a:p>
        </p:txBody>
      </p:sp>
    </p:spTree>
    <p:extLst>
      <p:ext uri="{BB962C8B-B14F-4D97-AF65-F5344CB8AC3E}">
        <p14:creationId xmlns:p14="http://schemas.microsoft.com/office/powerpoint/2010/main" val="6773240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2C6FB88-9534-359B-DA18-0FD664D9D7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F1DCDD6E-FF3D-1B23-9860-217DCCF0AF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C48A7F69-DC61-CFEE-6F8B-B22E13F8D3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CA53BFDE-BBF6-04CF-6504-004551FEE193}"/>
              </a:ext>
            </a:extLst>
          </p:cNvPr>
          <p:cNvSpPr>
            <a:spLocks noGrp="1"/>
          </p:cNvSpPr>
          <p:nvPr>
            <p:ph type="sldNum" sz="quarter" idx="5"/>
          </p:nvPr>
        </p:nvSpPr>
        <p:spPr/>
        <p:txBody>
          <a:bodyPr/>
          <a:lstStyle/>
          <a:p>
            <a:fld id="{74BC3991-0652-48E3-8A3B-566D9CD29C5D}" type="slidenum">
              <a:rPr lang="en-US" smtClean="0"/>
              <a:t>13</a:t>
            </a:fld>
            <a:endParaRPr lang="en-US"/>
          </a:p>
        </p:txBody>
      </p:sp>
    </p:spTree>
    <p:extLst>
      <p:ext uri="{BB962C8B-B14F-4D97-AF65-F5344CB8AC3E}">
        <p14:creationId xmlns:p14="http://schemas.microsoft.com/office/powerpoint/2010/main" val="20760527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27EB1A3-78AF-EB67-191E-F7DF243309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C921B4F4-C5F4-C4CD-2C4E-9189DE207D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F1138E72-9B1A-EED3-8280-12C4255901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1ED0C9E6-06AD-F3E1-B21B-2276DE92D9D4}"/>
              </a:ext>
            </a:extLst>
          </p:cNvPr>
          <p:cNvSpPr>
            <a:spLocks noGrp="1"/>
          </p:cNvSpPr>
          <p:nvPr>
            <p:ph type="sldNum" sz="quarter" idx="5"/>
          </p:nvPr>
        </p:nvSpPr>
        <p:spPr/>
        <p:txBody>
          <a:bodyPr/>
          <a:lstStyle/>
          <a:p>
            <a:fld id="{74BC3991-0652-48E3-8A3B-566D9CD29C5D}" type="slidenum">
              <a:rPr lang="en-US" smtClean="0"/>
              <a:t>14</a:t>
            </a:fld>
            <a:endParaRPr lang="en-US"/>
          </a:p>
        </p:txBody>
      </p:sp>
    </p:spTree>
    <p:extLst>
      <p:ext uri="{BB962C8B-B14F-4D97-AF65-F5344CB8AC3E}">
        <p14:creationId xmlns:p14="http://schemas.microsoft.com/office/powerpoint/2010/main" val="38532070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BE05F66-9920-E993-91AC-FEEF88FF7C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93770D00-6DA8-86AA-3ACC-B3925700C1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66A1C126-EA6F-12BA-DA1A-F0ADA4DD15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51811FDF-E311-5BB7-8C01-137669CFC3C9}"/>
              </a:ext>
            </a:extLst>
          </p:cNvPr>
          <p:cNvSpPr>
            <a:spLocks noGrp="1"/>
          </p:cNvSpPr>
          <p:nvPr>
            <p:ph type="sldNum" sz="quarter" idx="5"/>
          </p:nvPr>
        </p:nvSpPr>
        <p:spPr/>
        <p:txBody>
          <a:bodyPr/>
          <a:lstStyle/>
          <a:p>
            <a:fld id="{74BC3991-0652-48E3-8A3B-566D9CD29C5D}" type="slidenum">
              <a:rPr lang="en-US" smtClean="0"/>
              <a:t>15</a:t>
            </a:fld>
            <a:endParaRPr lang="en-US"/>
          </a:p>
        </p:txBody>
      </p:sp>
    </p:spTree>
    <p:extLst>
      <p:ext uri="{BB962C8B-B14F-4D97-AF65-F5344CB8AC3E}">
        <p14:creationId xmlns:p14="http://schemas.microsoft.com/office/powerpoint/2010/main" val="2331154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875D1FB-3FF6-997B-02F0-9D0FFE77DB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4B0D01DC-661D-405C-557E-7DA5E7281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9755928B-C23E-3429-6DB8-0B36A3533C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8A6B44F6-FFFF-C8AD-9000-A435207758DF}"/>
              </a:ext>
            </a:extLst>
          </p:cNvPr>
          <p:cNvSpPr>
            <a:spLocks noGrp="1"/>
          </p:cNvSpPr>
          <p:nvPr>
            <p:ph type="sldNum" sz="quarter" idx="5"/>
          </p:nvPr>
        </p:nvSpPr>
        <p:spPr/>
        <p:txBody>
          <a:bodyPr/>
          <a:lstStyle/>
          <a:p>
            <a:fld id="{74BC3991-0652-48E3-8A3B-566D9CD29C5D}" type="slidenum">
              <a:rPr lang="en-US" smtClean="0"/>
              <a:t>16</a:t>
            </a:fld>
            <a:endParaRPr lang="en-US"/>
          </a:p>
        </p:txBody>
      </p:sp>
    </p:spTree>
    <p:extLst>
      <p:ext uri="{BB962C8B-B14F-4D97-AF65-F5344CB8AC3E}">
        <p14:creationId xmlns:p14="http://schemas.microsoft.com/office/powerpoint/2010/main" val="25481134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AE3636C-721D-C6C7-82C3-9414E40F5F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D3DEF1A7-FDF4-D20A-33B3-8F5C3A2E2C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8E60A88D-4BF5-BF43-431E-F7A371D99B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01148D23-02FF-25CA-6AFB-06EDAC543DC2}"/>
              </a:ext>
            </a:extLst>
          </p:cNvPr>
          <p:cNvSpPr>
            <a:spLocks noGrp="1"/>
          </p:cNvSpPr>
          <p:nvPr>
            <p:ph type="sldNum" sz="quarter" idx="5"/>
          </p:nvPr>
        </p:nvSpPr>
        <p:spPr/>
        <p:txBody>
          <a:bodyPr/>
          <a:lstStyle/>
          <a:p>
            <a:fld id="{74BC3991-0652-48E3-8A3B-566D9CD29C5D}" type="slidenum">
              <a:rPr lang="en-US" smtClean="0"/>
              <a:t>17</a:t>
            </a:fld>
            <a:endParaRPr lang="en-US"/>
          </a:p>
        </p:txBody>
      </p:sp>
    </p:spTree>
    <p:extLst>
      <p:ext uri="{BB962C8B-B14F-4D97-AF65-F5344CB8AC3E}">
        <p14:creationId xmlns:p14="http://schemas.microsoft.com/office/powerpoint/2010/main" val="1259838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E7A388C-2EFF-E027-2D63-7C1690F689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F44D7736-1745-EBD0-51B1-3FA21C6DC7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C38BC2E8-D637-426A-E4A0-3EFB72B2AD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FB15AEA4-20B3-8898-D3FA-0D3D62CBE039}"/>
              </a:ext>
            </a:extLst>
          </p:cNvPr>
          <p:cNvSpPr>
            <a:spLocks noGrp="1"/>
          </p:cNvSpPr>
          <p:nvPr>
            <p:ph type="sldNum" sz="quarter" idx="5"/>
          </p:nvPr>
        </p:nvSpPr>
        <p:spPr/>
        <p:txBody>
          <a:bodyPr/>
          <a:lstStyle/>
          <a:p>
            <a:fld id="{74BC3991-0652-48E3-8A3B-566D9CD29C5D}" type="slidenum">
              <a:rPr lang="en-US" smtClean="0"/>
              <a:t>18</a:t>
            </a:fld>
            <a:endParaRPr lang="en-US"/>
          </a:p>
        </p:txBody>
      </p:sp>
    </p:spTree>
    <p:extLst>
      <p:ext uri="{BB962C8B-B14F-4D97-AF65-F5344CB8AC3E}">
        <p14:creationId xmlns:p14="http://schemas.microsoft.com/office/powerpoint/2010/main" val="23049126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947D182-DEE4-4DC8-88DB-2C3FC306C75F}" type="datetimeFigureOut">
              <a:rPr lang="en-US" smtClean="0"/>
              <a:t>7/1/2025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6ED569-0CD9-4FB4-81C4-026244479ADE}" type="slidenum">
              <a:rPr lang="en-US" smtClean="0"/>
              <a:t>‹#›</a:t>
            </a:fld>
            <a:endParaRPr lang="en-US"/>
          </a:p>
        </p:txBody>
      </p:sp>
    </p:spTree>
    <p:extLst>
      <p:ext uri="{BB962C8B-B14F-4D97-AF65-F5344CB8AC3E}">
        <p14:creationId xmlns:p14="http://schemas.microsoft.com/office/powerpoint/2010/main" val="1162504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47D182-DEE4-4DC8-88DB-2C3FC306C75F}" type="datetimeFigureOut">
              <a:rPr lang="en-US" smtClean="0"/>
              <a:t>7/1/2025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6ED569-0CD9-4FB4-81C4-026244479ADE}" type="slidenum">
              <a:rPr lang="en-US" smtClean="0"/>
              <a:t>‹#›</a:t>
            </a:fld>
            <a:endParaRPr lang="en-US"/>
          </a:p>
        </p:txBody>
      </p:sp>
    </p:spTree>
    <p:extLst>
      <p:ext uri="{BB962C8B-B14F-4D97-AF65-F5344CB8AC3E}">
        <p14:creationId xmlns:p14="http://schemas.microsoft.com/office/powerpoint/2010/main" val="656887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47D182-DEE4-4DC8-88DB-2C3FC306C75F}" type="datetimeFigureOut">
              <a:rPr lang="en-US" smtClean="0"/>
              <a:t>7/1/2025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6ED569-0CD9-4FB4-81C4-026244479ADE}" type="slidenum">
              <a:rPr lang="en-US" smtClean="0"/>
              <a:t>‹#›</a:t>
            </a:fld>
            <a:endParaRPr lang="en-US"/>
          </a:p>
        </p:txBody>
      </p:sp>
    </p:spTree>
    <p:extLst>
      <p:ext uri="{BB962C8B-B14F-4D97-AF65-F5344CB8AC3E}">
        <p14:creationId xmlns:p14="http://schemas.microsoft.com/office/powerpoint/2010/main" val="3484022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947D182-DEE4-4DC8-88DB-2C3FC306C75F}" type="datetimeFigureOut">
              <a:rPr lang="en-US" smtClean="0"/>
              <a:t>7/1/2025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6ED569-0CD9-4FB4-81C4-026244479ADE}" type="slidenum">
              <a:rPr lang="en-US" smtClean="0"/>
              <a:t>‹#›</a:t>
            </a:fld>
            <a:endParaRPr lang="en-US"/>
          </a:p>
        </p:txBody>
      </p:sp>
    </p:spTree>
    <p:extLst>
      <p:ext uri="{BB962C8B-B14F-4D97-AF65-F5344CB8AC3E}">
        <p14:creationId xmlns:p14="http://schemas.microsoft.com/office/powerpoint/2010/main" val="3293122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47D182-DEE4-4DC8-88DB-2C3FC306C75F}" type="datetimeFigureOut">
              <a:rPr lang="en-US" smtClean="0"/>
              <a:t>7/1/2025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6ED569-0CD9-4FB4-81C4-026244479ADE}" type="slidenum">
              <a:rPr lang="en-US" smtClean="0"/>
              <a:t>‹#›</a:t>
            </a:fld>
            <a:endParaRPr lang="en-US"/>
          </a:p>
        </p:txBody>
      </p:sp>
    </p:spTree>
    <p:extLst>
      <p:ext uri="{BB962C8B-B14F-4D97-AF65-F5344CB8AC3E}">
        <p14:creationId xmlns:p14="http://schemas.microsoft.com/office/powerpoint/2010/main" val="1279460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947D182-DEE4-4DC8-88DB-2C3FC306C75F}" type="datetimeFigureOut">
              <a:rPr lang="en-US" smtClean="0"/>
              <a:t>7/1/2025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16ED569-0CD9-4FB4-81C4-026244479ADE}" type="slidenum">
              <a:rPr lang="en-US" smtClean="0"/>
              <a:t>‹#›</a:t>
            </a:fld>
            <a:endParaRPr lang="en-US"/>
          </a:p>
        </p:txBody>
      </p:sp>
    </p:spTree>
    <p:extLst>
      <p:ext uri="{BB962C8B-B14F-4D97-AF65-F5344CB8AC3E}">
        <p14:creationId xmlns:p14="http://schemas.microsoft.com/office/powerpoint/2010/main" val="2490829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47D182-DEE4-4DC8-88DB-2C3FC306C75F}" type="datetimeFigureOut">
              <a:rPr lang="en-US" smtClean="0"/>
              <a:t>7/1/2025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16ED569-0CD9-4FB4-81C4-026244479ADE}" type="slidenum">
              <a:rPr lang="en-US" smtClean="0"/>
              <a:t>‹#›</a:t>
            </a:fld>
            <a:endParaRPr lang="en-US"/>
          </a:p>
        </p:txBody>
      </p:sp>
    </p:spTree>
    <p:extLst>
      <p:ext uri="{BB962C8B-B14F-4D97-AF65-F5344CB8AC3E}">
        <p14:creationId xmlns:p14="http://schemas.microsoft.com/office/powerpoint/2010/main" val="871004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947D182-DEE4-4DC8-88DB-2C3FC306C75F}" type="datetimeFigureOut">
              <a:rPr lang="en-US" smtClean="0"/>
              <a:t>7/1/2025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6ED569-0CD9-4FB4-81C4-026244479ADE}" type="slidenum">
              <a:rPr lang="en-US" smtClean="0"/>
              <a:t>‹#›</a:t>
            </a:fld>
            <a:endParaRPr lang="en-US"/>
          </a:p>
        </p:txBody>
      </p:sp>
    </p:spTree>
    <p:extLst>
      <p:ext uri="{BB962C8B-B14F-4D97-AF65-F5344CB8AC3E}">
        <p14:creationId xmlns:p14="http://schemas.microsoft.com/office/powerpoint/2010/main" val="863641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947D182-DEE4-4DC8-88DB-2C3FC306C75F}" type="datetimeFigureOut">
              <a:rPr lang="en-US" smtClean="0"/>
              <a:t>7/1/2025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6ED569-0CD9-4FB4-81C4-026244479ADE}" type="slidenum">
              <a:rPr lang="en-US" smtClean="0"/>
              <a:t>‹#›</a:t>
            </a:fld>
            <a:endParaRPr lang="en-US"/>
          </a:p>
        </p:txBody>
      </p:sp>
    </p:spTree>
    <p:extLst>
      <p:ext uri="{BB962C8B-B14F-4D97-AF65-F5344CB8AC3E}">
        <p14:creationId xmlns:p14="http://schemas.microsoft.com/office/powerpoint/2010/main" val="1914441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47D182-DEE4-4DC8-88DB-2C3FC306C75F}" type="datetimeFigureOut">
              <a:rPr lang="en-US" smtClean="0"/>
              <a:t>7/1/2025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6ED569-0CD9-4FB4-81C4-026244479ADE}" type="slidenum">
              <a:rPr lang="en-US" smtClean="0"/>
              <a:t>‹#›</a:t>
            </a:fld>
            <a:endParaRPr lang="en-US"/>
          </a:p>
        </p:txBody>
      </p:sp>
    </p:spTree>
    <p:extLst>
      <p:ext uri="{BB962C8B-B14F-4D97-AF65-F5344CB8AC3E}">
        <p14:creationId xmlns:p14="http://schemas.microsoft.com/office/powerpoint/2010/main" val="25733772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47D182-DEE4-4DC8-88DB-2C3FC306C75F}" type="datetimeFigureOut">
              <a:rPr lang="en-US" smtClean="0"/>
              <a:t>7/1/2025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6ED569-0CD9-4FB4-81C4-026244479ADE}" type="slidenum">
              <a:rPr lang="en-US" smtClean="0"/>
              <a:t>‹#›</a:t>
            </a:fld>
            <a:endParaRPr lang="en-US"/>
          </a:p>
        </p:txBody>
      </p:sp>
    </p:spTree>
    <p:extLst>
      <p:ext uri="{BB962C8B-B14F-4D97-AF65-F5344CB8AC3E}">
        <p14:creationId xmlns:p14="http://schemas.microsoft.com/office/powerpoint/2010/main" val="3909985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47D182-DEE4-4DC8-88DB-2C3FC306C75F}" type="datetimeFigureOut">
              <a:rPr lang="en-US" smtClean="0"/>
              <a:t>7/1/2025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6ED569-0CD9-4FB4-81C4-026244479ADE}" type="slidenum">
              <a:rPr lang="en-US" smtClean="0"/>
              <a:t>‹#›</a:t>
            </a:fld>
            <a:endParaRPr lang="en-US"/>
          </a:p>
        </p:txBody>
      </p:sp>
    </p:spTree>
    <p:extLst>
      <p:ext uri="{BB962C8B-B14F-4D97-AF65-F5344CB8AC3E}">
        <p14:creationId xmlns:p14="http://schemas.microsoft.com/office/powerpoint/2010/main" val="382484254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4.jp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843C3E2-A1BC-A733-7F24-5951AB6C518C}"/>
            </a:ext>
          </a:extLst>
        </p:cNvPr>
        <p:cNvGrpSpPr/>
        <p:nvPr/>
      </p:nvGrpSpPr>
      <p:grpSpPr>
        <a:xfrm>
          <a:off x="0" y="0"/>
          <a:ext cx="0" cy="0"/>
          <a:chOff x="0" y="0"/>
          <a:chExt cx="0" cy="0"/>
        </a:xfrm>
      </p:grpSpPr>
      <p:pic>
        <p:nvPicPr>
          <p:cNvPr id="5" name="Picture 4" descr="Golden wheat against sky">
            <a:extLst>
              <a:ext uri="{FF2B5EF4-FFF2-40B4-BE49-F238E27FC236}">
                <a16:creationId xmlns:a16="http://schemas.microsoft.com/office/drawing/2014/main" xmlns="" id="{21974865-C61D-8F9E-62D3-E85085854A06}"/>
              </a:ext>
            </a:extLst>
          </p:cNvPr>
          <p:cNvPicPr>
            <a:picLocks noChangeAspect="1"/>
          </p:cNvPicPr>
          <p:nvPr/>
        </p:nvPicPr>
        <p:blipFill rotWithShape="1">
          <a:blip r:embed="rId3">
            <a:alphaModFix amt="35000"/>
          </a:blip>
          <a:srcRect t="15730"/>
          <a:stretch/>
        </p:blipFill>
        <p:spPr>
          <a:xfrm>
            <a:off x="-8825" y="10"/>
            <a:ext cx="12192000" cy="6857990"/>
          </a:xfrm>
          <a:prstGeom prst="rect">
            <a:avLst/>
          </a:prstGeom>
        </p:spPr>
      </p:pic>
      <p:sp>
        <p:nvSpPr>
          <p:cNvPr id="40" name="Title 39">
            <a:extLst>
              <a:ext uri="{FF2B5EF4-FFF2-40B4-BE49-F238E27FC236}">
                <a16:creationId xmlns:a16="http://schemas.microsoft.com/office/drawing/2014/main" xmlns="" id="{01F80673-7325-AD1E-C454-D653C691127A}"/>
              </a:ext>
            </a:extLst>
          </p:cNvPr>
          <p:cNvSpPr>
            <a:spLocks noGrp="1"/>
          </p:cNvSpPr>
          <p:nvPr>
            <p:ph type="ctrTitle"/>
          </p:nvPr>
        </p:nvSpPr>
        <p:spPr>
          <a:xfrm>
            <a:off x="1170990" y="2383605"/>
            <a:ext cx="9832370" cy="1561672"/>
          </a:xfrm>
        </p:spPr>
        <p:txBody>
          <a:bodyPr>
            <a:normAutofit/>
          </a:bodyPr>
          <a:lstStyle/>
          <a:p>
            <a:r>
              <a:rPr lang="en-US" sz="4400" dirty="0" err="1">
                <a:solidFill>
                  <a:srgbClr val="FEFFFF"/>
                </a:solidFill>
                <a:latin typeface="Times New Roman" panose="02020603050405020304" pitchFamily="18" charset="0"/>
                <a:cs typeface="Times New Roman" panose="02020603050405020304" pitchFamily="18" charset="0"/>
              </a:rPr>
              <a:t>SmartRust</a:t>
            </a:r>
            <a:r>
              <a:rPr lang="en-US" sz="4400" dirty="0">
                <a:solidFill>
                  <a:srgbClr val="FEFFFF"/>
                </a:solidFill>
                <a:latin typeface="Times New Roman" panose="02020603050405020304" pitchFamily="18" charset="0"/>
                <a:cs typeface="Times New Roman" panose="02020603050405020304" pitchFamily="18" charset="0"/>
              </a:rPr>
              <a:t> AI for Wheat Disease Detection and Prevention</a:t>
            </a:r>
            <a:endParaRPr lang="en-US" sz="4400" dirty="0"/>
          </a:p>
        </p:txBody>
      </p:sp>
    </p:spTree>
    <p:extLst>
      <p:ext uri="{BB962C8B-B14F-4D97-AF65-F5344CB8AC3E}">
        <p14:creationId xmlns:p14="http://schemas.microsoft.com/office/powerpoint/2010/main" val="1610355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E954FD6-48C8-D44D-255E-99153C498879}"/>
            </a:ext>
          </a:extLst>
        </p:cNvPr>
        <p:cNvGrpSpPr/>
        <p:nvPr/>
      </p:nvGrpSpPr>
      <p:grpSpPr>
        <a:xfrm>
          <a:off x="0" y="0"/>
          <a:ext cx="0" cy="0"/>
          <a:chOff x="0" y="0"/>
          <a:chExt cx="0" cy="0"/>
        </a:xfrm>
      </p:grpSpPr>
      <p:pic>
        <p:nvPicPr>
          <p:cNvPr id="5" name="Picture 4" descr="Golden wheat against sky">
            <a:extLst>
              <a:ext uri="{FF2B5EF4-FFF2-40B4-BE49-F238E27FC236}">
                <a16:creationId xmlns:a16="http://schemas.microsoft.com/office/drawing/2014/main" xmlns="" id="{D4C958DD-23D4-0B7D-6836-437B165060D2}"/>
              </a:ext>
            </a:extLst>
          </p:cNvPr>
          <p:cNvPicPr>
            <a:picLocks noChangeAspect="1"/>
          </p:cNvPicPr>
          <p:nvPr/>
        </p:nvPicPr>
        <p:blipFill rotWithShape="1">
          <a:blip r:embed="rId3">
            <a:alphaModFix amt="35000"/>
          </a:blip>
          <a:srcRect t="15730"/>
          <a:stretch/>
        </p:blipFill>
        <p:spPr>
          <a:xfrm>
            <a:off x="-8825" y="10"/>
            <a:ext cx="12192000" cy="6857990"/>
          </a:xfrm>
          <a:prstGeom prst="rect">
            <a:avLst/>
          </a:prstGeom>
        </p:spPr>
      </p:pic>
      <p:sp>
        <p:nvSpPr>
          <p:cNvPr id="2" name="Title 1">
            <a:extLst>
              <a:ext uri="{FF2B5EF4-FFF2-40B4-BE49-F238E27FC236}">
                <a16:creationId xmlns:a16="http://schemas.microsoft.com/office/drawing/2014/main" xmlns="" id="{5276231E-AF36-15C3-71D9-8E0837B43AEA}"/>
              </a:ext>
            </a:extLst>
          </p:cNvPr>
          <p:cNvSpPr>
            <a:spLocks noGrp="1"/>
          </p:cNvSpPr>
          <p:nvPr>
            <p:ph type="title"/>
          </p:nvPr>
        </p:nvSpPr>
        <p:spPr/>
        <p:txBody>
          <a:bodyPr/>
          <a:lstStyle/>
          <a:p>
            <a:r>
              <a:rPr lang="en-US" b="1" dirty="0">
                <a:solidFill>
                  <a:schemeClr val="bg1">
                    <a:lumMod val="95000"/>
                  </a:schemeClr>
                </a:solidFill>
              </a:rPr>
              <a:t>About Us</a:t>
            </a:r>
          </a:p>
        </p:txBody>
      </p:sp>
      <p:sp>
        <p:nvSpPr>
          <p:cNvPr id="3" name="Content Placeholder 2">
            <a:extLst>
              <a:ext uri="{FF2B5EF4-FFF2-40B4-BE49-F238E27FC236}">
                <a16:creationId xmlns:a16="http://schemas.microsoft.com/office/drawing/2014/main" xmlns="" id="{26A270DD-0CB7-E4C7-2A66-BDB423F9C3B6}"/>
              </a:ext>
            </a:extLst>
          </p:cNvPr>
          <p:cNvSpPr>
            <a:spLocks noGrp="1"/>
          </p:cNvSpPr>
          <p:nvPr>
            <p:ph idx="1"/>
          </p:nvPr>
        </p:nvSpPr>
        <p:spPr/>
        <p:txBody>
          <a:bodyPr>
            <a:noAutofit/>
          </a:bodyPr>
          <a:lstStyle/>
          <a:p>
            <a:pPr>
              <a:lnSpc>
                <a:spcPct val="90000"/>
              </a:lnSpc>
              <a:buClr>
                <a:srgbClr val="F7F808"/>
              </a:buClr>
              <a:buFont typeface="Wingdings 3" charset="2"/>
              <a:buChar char=""/>
            </a:pPr>
            <a:r>
              <a:rPr lang="en-US" sz="2000" b="1" dirty="0">
                <a:solidFill>
                  <a:srgbClr val="FEFFFF"/>
                </a:solidFill>
                <a:latin typeface="Times New Roman" panose="02020603050405020304" pitchFamily="18" charset="0"/>
                <a:cs typeface="Times New Roman" panose="02020603050405020304" pitchFamily="18" charset="0"/>
              </a:rPr>
              <a:t>Presented by: </a:t>
            </a:r>
            <a:r>
              <a:rPr lang="en-US" sz="2000" dirty="0">
                <a:solidFill>
                  <a:srgbClr val="FEFFFF"/>
                </a:solidFill>
                <a:latin typeface="Times New Roman" panose="02020603050405020304" pitchFamily="18" charset="0"/>
                <a:cs typeface="Times New Roman" panose="02020603050405020304" pitchFamily="18" charset="0"/>
              </a:rPr>
              <a:t>	</a:t>
            </a:r>
          </a:p>
          <a:p>
            <a:pPr>
              <a:lnSpc>
                <a:spcPct val="90000"/>
              </a:lnSpc>
              <a:buClr>
                <a:srgbClr val="F7F808"/>
              </a:buClr>
              <a:buFont typeface="Wingdings 3" charset="2"/>
              <a:buChar char=""/>
            </a:pPr>
            <a:r>
              <a:rPr lang="en-US" sz="2000" dirty="0">
                <a:solidFill>
                  <a:srgbClr val="FEFFFF"/>
                </a:solidFill>
                <a:latin typeface="Times New Roman" panose="02020603050405020304" pitchFamily="18" charset="0"/>
                <a:cs typeface="Times New Roman" panose="02020603050405020304" pitchFamily="18" charset="0"/>
              </a:rPr>
              <a:t>				</a:t>
            </a:r>
            <a:r>
              <a:rPr lang="en-US" sz="2000" dirty="0" err="1">
                <a:solidFill>
                  <a:srgbClr val="FEFFFF"/>
                </a:solidFill>
                <a:latin typeface="Times New Roman" panose="02020603050405020304" pitchFamily="18" charset="0"/>
                <a:cs typeface="Times New Roman" panose="02020603050405020304" pitchFamily="18" charset="0"/>
              </a:rPr>
              <a:t>M.Faseeh</a:t>
            </a:r>
            <a:r>
              <a:rPr lang="en-US" sz="2000" dirty="0">
                <a:solidFill>
                  <a:srgbClr val="FEFFFF"/>
                </a:solidFill>
                <a:latin typeface="Times New Roman" panose="02020603050405020304" pitchFamily="18" charset="0"/>
                <a:cs typeface="Times New Roman" panose="02020603050405020304" pitchFamily="18" charset="0"/>
              </a:rPr>
              <a:t> </a:t>
            </a:r>
            <a:r>
              <a:rPr lang="en-US" sz="2000" dirty="0" err="1">
                <a:solidFill>
                  <a:srgbClr val="FEFFFF"/>
                </a:solidFill>
                <a:latin typeface="Times New Roman" panose="02020603050405020304" pitchFamily="18" charset="0"/>
                <a:cs typeface="Times New Roman" panose="02020603050405020304" pitchFamily="18" charset="0"/>
              </a:rPr>
              <a:t>ur</a:t>
            </a:r>
            <a:r>
              <a:rPr lang="en-US" sz="2000" dirty="0">
                <a:solidFill>
                  <a:srgbClr val="FEFFFF"/>
                </a:solidFill>
                <a:latin typeface="Times New Roman" panose="02020603050405020304" pitchFamily="18" charset="0"/>
                <a:cs typeface="Times New Roman" panose="02020603050405020304" pitchFamily="18" charset="0"/>
              </a:rPr>
              <a:t> Rehman</a:t>
            </a:r>
          </a:p>
          <a:p>
            <a:pPr>
              <a:lnSpc>
                <a:spcPct val="90000"/>
              </a:lnSpc>
              <a:buClr>
                <a:srgbClr val="F7F808"/>
              </a:buClr>
              <a:buFont typeface="Wingdings 3" charset="2"/>
              <a:buChar char=""/>
            </a:pPr>
            <a:r>
              <a:rPr lang="en-US" sz="2000" dirty="0">
                <a:solidFill>
                  <a:srgbClr val="FEFFFF"/>
                </a:solidFill>
                <a:latin typeface="Times New Roman" panose="02020603050405020304" pitchFamily="18" charset="0"/>
                <a:cs typeface="Times New Roman" panose="02020603050405020304" pitchFamily="18" charset="0"/>
              </a:rPr>
              <a:t>         				Rehan Tariq</a:t>
            </a:r>
          </a:p>
          <a:p>
            <a:pPr>
              <a:lnSpc>
                <a:spcPct val="90000"/>
              </a:lnSpc>
              <a:buClr>
                <a:srgbClr val="F7F808"/>
              </a:buClr>
              <a:buFont typeface="Wingdings 3" charset="2"/>
              <a:buChar char=""/>
            </a:pPr>
            <a:r>
              <a:rPr lang="en-US" sz="2000" dirty="0">
                <a:solidFill>
                  <a:srgbClr val="FEFFFF"/>
                </a:solidFill>
                <a:latin typeface="Times New Roman" panose="02020603050405020304" pitchFamily="18" charset="0"/>
                <a:cs typeface="Times New Roman" panose="02020603050405020304" pitchFamily="18" charset="0"/>
              </a:rPr>
              <a:t> 				Fahad Imran</a:t>
            </a:r>
          </a:p>
          <a:p>
            <a:pPr>
              <a:lnSpc>
                <a:spcPct val="90000"/>
              </a:lnSpc>
              <a:buClr>
                <a:srgbClr val="F7F808"/>
              </a:buClr>
            </a:pPr>
            <a:endParaRPr lang="en-US" sz="2000" dirty="0">
              <a:solidFill>
                <a:srgbClr val="FEFFFF"/>
              </a:solidFill>
              <a:latin typeface="Times New Roman" panose="02020603050405020304" pitchFamily="18" charset="0"/>
              <a:cs typeface="Times New Roman" panose="02020603050405020304" pitchFamily="18" charset="0"/>
            </a:endParaRPr>
          </a:p>
          <a:p>
            <a:pPr marL="0" indent="0">
              <a:lnSpc>
                <a:spcPct val="90000"/>
              </a:lnSpc>
              <a:buClr>
                <a:srgbClr val="F7F808"/>
              </a:buClr>
              <a:buFont typeface="Wingdings 3" charset="2"/>
              <a:buChar char=""/>
            </a:pPr>
            <a:r>
              <a:rPr lang="en-US" sz="2000" b="1" dirty="0">
                <a:solidFill>
                  <a:srgbClr val="FEFFFF"/>
                </a:solidFill>
                <a:latin typeface="Times New Roman" panose="02020603050405020304" pitchFamily="18" charset="0"/>
                <a:cs typeface="Times New Roman" panose="02020603050405020304" pitchFamily="18" charset="0"/>
              </a:rPr>
              <a:t>Supervisor :	</a:t>
            </a:r>
            <a:r>
              <a:rPr lang="en-US" sz="2000" dirty="0">
                <a:solidFill>
                  <a:srgbClr val="FEFFFF"/>
                </a:solidFill>
                <a:latin typeface="Times New Roman" panose="02020603050405020304" pitchFamily="18" charset="0"/>
                <a:cs typeface="Times New Roman" panose="02020603050405020304" pitchFamily="18" charset="0"/>
              </a:rPr>
              <a:t>		</a:t>
            </a:r>
          </a:p>
          <a:p>
            <a:pPr marL="0" indent="0">
              <a:lnSpc>
                <a:spcPct val="90000"/>
              </a:lnSpc>
              <a:buClr>
                <a:srgbClr val="F7F808"/>
              </a:buClr>
              <a:buFont typeface="Wingdings 3" charset="2"/>
              <a:buChar char=""/>
            </a:pPr>
            <a:r>
              <a:rPr lang="en-US" sz="2000" dirty="0">
                <a:solidFill>
                  <a:srgbClr val="FEFFFF"/>
                </a:solidFill>
                <a:latin typeface="Times New Roman" panose="02020603050405020304" pitchFamily="18" charset="0"/>
                <a:cs typeface="Times New Roman" panose="02020603050405020304" pitchFamily="18" charset="0"/>
              </a:rPr>
              <a:t>				</a:t>
            </a:r>
            <a:r>
              <a:rPr lang="en-US" sz="2000" dirty="0" err="1">
                <a:solidFill>
                  <a:srgbClr val="FEFFFF"/>
                </a:solidFill>
                <a:latin typeface="Times New Roman" panose="02020603050405020304" pitchFamily="18" charset="0"/>
                <a:cs typeface="Times New Roman" panose="02020603050405020304" pitchFamily="18" charset="0"/>
              </a:rPr>
              <a:t>Mr.Almaas</a:t>
            </a:r>
            <a:r>
              <a:rPr lang="en-US" sz="2000" dirty="0">
                <a:solidFill>
                  <a:srgbClr val="FEFFFF"/>
                </a:solidFill>
                <a:latin typeface="Times New Roman" panose="02020603050405020304" pitchFamily="18" charset="0"/>
                <a:cs typeface="Times New Roman" panose="02020603050405020304" pitchFamily="18" charset="0"/>
              </a:rPr>
              <a:t> </a:t>
            </a:r>
            <a:r>
              <a:rPr lang="en-US" sz="2000" dirty="0" err="1">
                <a:solidFill>
                  <a:srgbClr val="FEFFFF"/>
                </a:solidFill>
                <a:latin typeface="Times New Roman" panose="02020603050405020304" pitchFamily="18" charset="0"/>
                <a:cs typeface="Times New Roman" panose="02020603050405020304" pitchFamily="18" charset="0"/>
              </a:rPr>
              <a:t>Mazoor</a:t>
            </a:r>
            <a:endParaRPr lang="en-US" sz="2000" dirty="0">
              <a:solidFill>
                <a:srgbClr val="FEFFFF"/>
              </a:solidFill>
              <a:latin typeface="Times New Roman" panose="02020603050405020304" pitchFamily="18" charset="0"/>
              <a:cs typeface="Times New Roman" panose="02020603050405020304" pitchFamily="18" charset="0"/>
            </a:endParaRPr>
          </a:p>
          <a:p>
            <a:pPr marL="0" indent="0">
              <a:lnSpc>
                <a:spcPct val="90000"/>
              </a:lnSpc>
              <a:buClr>
                <a:srgbClr val="F7F808"/>
              </a:buClr>
              <a:buFont typeface="Wingdings 3" charset="2"/>
              <a:buChar char=""/>
            </a:pPr>
            <a:endParaRPr lang="en-US" sz="2000" dirty="0">
              <a:solidFill>
                <a:srgbClr val="FEFFFF"/>
              </a:solidFill>
              <a:latin typeface="Times New Roman" panose="02020603050405020304" pitchFamily="18" charset="0"/>
              <a:cs typeface="Times New Roman" panose="02020603050405020304" pitchFamily="18" charset="0"/>
            </a:endParaRPr>
          </a:p>
          <a:p>
            <a:pPr marL="0" indent="0">
              <a:lnSpc>
                <a:spcPct val="90000"/>
              </a:lnSpc>
              <a:buClr>
                <a:srgbClr val="F7F808"/>
              </a:buClr>
              <a:buNone/>
            </a:pPr>
            <a:endParaRPr lang="en-US" sz="2000" dirty="0">
              <a:solidFill>
                <a:srgbClr val="FEFFFF"/>
              </a:solidFill>
              <a:latin typeface="Times New Roman" panose="02020603050405020304" pitchFamily="18" charset="0"/>
              <a:cs typeface="Times New Roman" panose="02020603050405020304" pitchFamily="18" charset="0"/>
            </a:endParaRPr>
          </a:p>
          <a:p>
            <a:pPr marL="0" indent="0">
              <a:lnSpc>
                <a:spcPct val="90000"/>
              </a:lnSpc>
              <a:buClr>
                <a:srgbClr val="F7F808"/>
              </a:buClr>
              <a:buFont typeface="Wingdings 3" charset="2"/>
              <a:buChar char=""/>
            </a:pPr>
            <a:r>
              <a:rPr lang="en-US" sz="2000" dirty="0">
                <a:solidFill>
                  <a:srgbClr val="FEFFFF"/>
                </a:solidFill>
                <a:latin typeface="Times New Roman" panose="02020603050405020304" pitchFamily="18" charset="0"/>
                <a:cs typeface="Times New Roman" panose="02020603050405020304" pitchFamily="18" charset="0"/>
              </a:rPr>
              <a:t>Department of Software engineering </a:t>
            </a:r>
          </a:p>
          <a:p>
            <a:pPr marL="0" indent="0">
              <a:lnSpc>
                <a:spcPct val="90000"/>
              </a:lnSpc>
              <a:buClr>
                <a:srgbClr val="F7F808"/>
              </a:buClr>
              <a:buFont typeface="Wingdings 3" charset="2"/>
              <a:buChar char=""/>
            </a:pPr>
            <a:r>
              <a:rPr lang="en-US" sz="2000" dirty="0">
                <a:solidFill>
                  <a:srgbClr val="FEFFFF"/>
                </a:solidFill>
                <a:latin typeface="Times New Roman" panose="02020603050405020304" pitchFamily="18" charset="0"/>
                <a:cs typeface="Times New Roman" panose="02020603050405020304" pitchFamily="18" charset="0"/>
              </a:rPr>
              <a:t>The University of Lahore </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4091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4837FBC-8072-20B8-16AB-E16DE58AFC59}"/>
            </a:ext>
          </a:extLst>
        </p:cNvPr>
        <p:cNvGrpSpPr/>
        <p:nvPr/>
      </p:nvGrpSpPr>
      <p:grpSpPr>
        <a:xfrm>
          <a:off x="0" y="0"/>
          <a:ext cx="0" cy="0"/>
          <a:chOff x="0" y="0"/>
          <a:chExt cx="0" cy="0"/>
        </a:xfrm>
      </p:grpSpPr>
      <p:pic>
        <p:nvPicPr>
          <p:cNvPr id="5" name="Picture 4" descr="Golden wheat against sky">
            <a:extLst>
              <a:ext uri="{FF2B5EF4-FFF2-40B4-BE49-F238E27FC236}">
                <a16:creationId xmlns:a16="http://schemas.microsoft.com/office/drawing/2014/main" xmlns="" id="{66220A33-39D6-C169-088D-B842E7CEDB5E}"/>
              </a:ext>
            </a:extLst>
          </p:cNvPr>
          <p:cNvPicPr>
            <a:picLocks noChangeAspect="1"/>
          </p:cNvPicPr>
          <p:nvPr/>
        </p:nvPicPr>
        <p:blipFill rotWithShape="1">
          <a:blip r:embed="rId3">
            <a:alphaModFix amt="35000"/>
          </a:blip>
          <a:srcRect t="15730"/>
          <a:stretch/>
        </p:blipFill>
        <p:spPr>
          <a:xfrm>
            <a:off x="-8825" y="10"/>
            <a:ext cx="12192000" cy="6857990"/>
          </a:xfrm>
          <a:prstGeom prst="rect">
            <a:avLst/>
          </a:prstGeom>
        </p:spPr>
      </p:pic>
      <p:sp>
        <p:nvSpPr>
          <p:cNvPr id="2" name="Title 1">
            <a:extLst>
              <a:ext uri="{FF2B5EF4-FFF2-40B4-BE49-F238E27FC236}">
                <a16:creationId xmlns:a16="http://schemas.microsoft.com/office/drawing/2014/main" xmlns="" id="{66EB0F5B-24CD-A1FE-CE0A-B0CDBA2A98E7}"/>
              </a:ext>
            </a:extLst>
          </p:cNvPr>
          <p:cNvSpPr>
            <a:spLocks noGrp="1"/>
          </p:cNvSpPr>
          <p:nvPr>
            <p:ph type="title"/>
          </p:nvPr>
        </p:nvSpPr>
        <p:spPr/>
        <p:txBody>
          <a:bodyPr/>
          <a:lstStyle/>
          <a:p>
            <a:r>
              <a:rPr lang="en-US" sz="4400" b="1" dirty="0">
                <a:solidFill>
                  <a:srgbClr val="FEFFFF"/>
                </a:solidFill>
                <a:latin typeface="Times New Roman" panose="02020603050405020304" pitchFamily="18" charset="0"/>
                <a:cs typeface="Times New Roman" panose="02020603050405020304" pitchFamily="18" charset="0"/>
              </a:rPr>
              <a:t>Contents</a:t>
            </a:r>
            <a:endParaRPr lang="en-US" b="1" dirty="0">
              <a:solidFill>
                <a:schemeClr val="bg1">
                  <a:lumMod val="95000"/>
                </a:schemeClr>
              </a:solidFill>
            </a:endParaRPr>
          </a:p>
        </p:txBody>
      </p:sp>
      <p:sp>
        <p:nvSpPr>
          <p:cNvPr id="3" name="Content Placeholder 2">
            <a:extLst>
              <a:ext uri="{FF2B5EF4-FFF2-40B4-BE49-F238E27FC236}">
                <a16:creationId xmlns:a16="http://schemas.microsoft.com/office/drawing/2014/main" xmlns="" id="{96153A5E-FEE4-6982-5101-4D0C25CB8B71}"/>
              </a:ext>
            </a:extLst>
          </p:cNvPr>
          <p:cNvSpPr>
            <a:spLocks noGrp="1"/>
          </p:cNvSpPr>
          <p:nvPr>
            <p:ph idx="1"/>
          </p:nvPr>
        </p:nvSpPr>
        <p:spPr/>
        <p:txBody>
          <a:bodyPr>
            <a:noAutofit/>
          </a:bodyPr>
          <a:lstStyle/>
          <a:p>
            <a:pPr>
              <a:buSzPct val="150000"/>
            </a:pPr>
            <a:r>
              <a:rPr lang="en-US" sz="2000" dirty="0">
                <a:solidFill>
                  <a:schemeClr val="bg1">
                    <a:lumMod val="95000"/>
                  </a:schemeClr>
                </a:solidFill>
                <a:latin typeface="Times New Roman" panose="02020603050405020304" pitchFamily="18" charset="0"/>
                <a:cs typeface="Times New Roman" panose="02020603050405020304" pitchFamily="18" charset="0"/>
              </a:rPr>
              <a:t>Introduction</a:t>
            </a:r>
          </a:p>
          <a:p>
            <a:pPr>
              <a:buSzPct val="150000"/>
            </a:pPr>
            <a:r>
              <a:rPr lang="en-US" sz="2000" dirty="0">
                <a:solidFill>
                  <a:schemeClr val="bg1">
                    <a:lumMod val="95000"/>
                  </a:schemeClr>
                </a:solidFill>
                <a:latin typeface="Times New Roman" panose="02020603050405020304" pitchFamily="18" charset="0"/>
                <a:cs typeface="Times New Roman" panose="02020603050405020304" pitchFamily="18" charset="0"/>
              </a:rPr>
              <a:t>Problem Statement</a:t>
            </a:r>
          </a:p>
          <a:p>
            <a:pPr>
              <a:buSzPct val="150000"/>
            </a:pPr>
            <a:r>
              <a:rPr lang="en-US" sz="2000" dirty="0">
                <a:solidFill>
                  <a:schemeClr val="bg1">
                    <a:lumMod val="95000"/>
                  </a:schemeClr>
                </a:solidFill>
                <a:latin typeface="Times New Roman" panose="02020603050405020304" pitchFamily="18" charset="0"/>
                <a:cs typeface="Times New Roman" panose="02020603050405020304" pitchFamily="18" charset="0"/>
              </a:rPr>
              <a:t>Objectives</a:t>
            </a:r>
          </a:p>
          <a:p>
            <a:pPr>
              <a:buSzPct val="150000"/>
            </a:pPr>
            <a:r>
              <a:rPr lang="en-US" sz="2000" dirty="0">
                <a:solidFill>
                  <a:schemeClr val="bg1">
                    <a:lumMod val="95000"/>
                  </a:schemeClr>
                </a:solidFill>
                <a:latin typeface="Times New Roman" panose="02020603050405020304" pitchFamily="18" charset="0"/>
                <a:cs typeface="Times New Roman" panose="02020603050405020304" pitchFamily="18" charset="0"/>
              </a:rPr>
              <a:t>Features</a:t>
            </a:r>
          </a:p>
          <a:p>
            <a:pPr>
              <a:buSzPct val="150000"/>
            </a:pPr>
            <a:r>
              <a:rPr lang="en-US" sz="2000" dirty="0">
                <a:solidFill>
                  <a:schemeClr val="bg1">
                    <a:lumMod val="95000"/>
                  </a:schemeClr>
                </a:solidFill>
                <a:latin typeface="Times New Roman" panose="02020603050405020304" pitchFamily="18" charset="0"/>
                <a:cs typeface="Times New Roman" panose="02020603050405020304" pitchFamily="18" charset="0"/>
              </a:rPr>
              <a:t>Vision</a:t>
            </a:r>
          </a:p>
          <a:p>
            <a:pPr>
              <a:buSzPct val="150000"/>
            </a:pPr>
            <a:r>
              <a:rPr lang="en-US" sz="2000" dirty="0">
                <a:solidFill>
                  <a:schemeClr val="bg1">
                    <a:lumMod val="95000"/>
                  </a:schemeClr>
                </a:solidFill>
                <a:latin typeface="Times New Roman" panose="02020603050405020304" pitchFamily="18" charset="0"/>
                <a:cs typeface="Times New Roman" panose="02020603050405020304" pitchFamily="18" charset="0"/>
              </a:rPr>
              <a:t>Mission</a:t>
            </a:r>
          </a:p>
          <a:p>
            <a:pPr>
              <a:buSzPct val="150000"/>
            </a:pPr>
            <a:r>
              <a:rPr lang="en-US" sz="2000" dirty="0">
                <a:solidFill>
                  <a:schemeClr val="bg1">
                    <a:lumMod val="95000"/>
                  </a:schemeClr>
                </a:solidFill>
                <a:latin typeface="Times New Roman" panose="02020603050405020304" pitchFamily="18" charset="0"/>
                <a:cs typeface="Times New Roman" panose="02020603050405020304" pitchFamily="18" charset="0"/>
              </a:rPr>
              <a:t>Tools and Techniques</a:t>
            </a:r>
          </a:p>
          <a:p>
            <a:pPr>
              <a:buSzPct val="150000"/>
            </a:pPr>
            <a:r>
              <a:rPr lang="en-US" sz="2000" dirty="0">
                <a:solidFill>
                  <a:schemeClr val="bg1">
                    <a:lumMod val="95000"/>
                  </a:schemeClr>
                </a:solidFill>
                <a:latin typeface="Times New Roman" panose="02020603050405020304" pitchFamily="18" charset="0"/>
                <a:cs typeface="Times New Roman" panose="02020603050405020304" pitchFamily="18" charset="0"/>
              </a:rPr>
              <a:t>Methodology </a:t>
            </a:r>
          </a:p>
          <a:p>
            <a:pPr>
              <a:buSzPct val="150000"/>
            </a:pPr>
            <a:r>
              <a:rPr lang="en-US" sz="2000" dirty="0">
                <a:solidFill>
                  <a:schemeClr val="bg1">
                    <a:lumMod val="95000"/>
                  </a:schemeClr>
                </a:solidFill>
                <a:latin typeface="Times New Roman" panose="02020603050405020304" pitchFamily="18" charset="0"/>
                <a:cs typeface="Times New Roman" panose="02020603050405020304" pitchFamily="18" charset="0"/>
              </a:rPr>
              <a:t>Results</a:t>
            </a:r>
          </a:p>
          <a:p>
            <a:pPr>
              <a:buSzPct val="150000"/>
            </a:pPr>
            <a:r>
              <a:rPr lang="en-US" sz="2000" dirty="0">
                <a:solidFill>
                  <a:schemeClr val="bg1">
                    <a:lumMod val="95000"/>
                  </a:schemeClr>
                </a:solidFill>
                <a:latin typeface="Times New Roman" panose="02020603050405020304" pitchFamily="18" charset="0"/>
                <a:cs typeface="Times New Roman" panose="02020603050405020304" pitchFamily="18" charset="0"/>
              </a:rPr>
              <a:t>Conclusion</a:t>
            </a:r>
          </a:p>
          <a:p>
            <a:pPr marL="0" indent="0">
              <a:buNone/>
            </a:pPr>
            <a:endParaRPr lang="en-US" sz="2000" dirty="0">
              <a:solidFill>
                <a:schemeClr val="bg1">
                  <a:lumMod val="9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0261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3955C4D-4681-C268-755B-018F6ED0ECBB}"/>
            </a:ext>
          </a:extLst>
        </p:cNvPr>
        <p:cNvGrpSpPr/>
        <p:nvPr/>
      </p:nvGrpSpPr>
      <p:grpSpPr>
        <a:xfrm>
          <a:off x="0" y="0"/>
          <a:ext cx="0" cy="0"/>
          <a:chOff x="0" y="0"/>
          <a:chExt cx="0" cy="0"/>
        </a:xfrm>
      </p:grpSpPr>
      <p:pic>
        <p:nvPicPr>
          <p:cNvPr id="5" name="Picture 4" descr="Golden wheat against sky">
            <a:extLst>
              <a:ext uri="{FF2B5EF4-FFF2-40B4-BE49-F238E27FC236}">
                <a16:creationId xmlns:a16="http://schemas.microsoft.com/office/drawing/2014/main" xmlns="" id="{14B12C75-C2D9-8695-E1C7-F3C5F68EC318}"/>
              </a:ext>
            </a:extLst>
          </p:cNvPr>
          <p:cNvPicPr>
            <a:picLocks noChangeAspect="1"/>
          </p:cNvPicPr>
          <p:nvPr/>
        </p:nvPicPr>
        <p:blipFill rotWithShape="1">
          <a:blip r:embed="rId3">
            <a:alphaModFix amt="35000"/>
          </a:blip>
          <a:srcRect t="15730"/>
          <a:stretch/>
        </p:blipFill>
        <p:spPr>
          <a:xfrm>
            <a:off x="-8825" y="10"/>
            <a:ext cx="12192000" cy="6857990"/>
          </a:xfrm>
          <a:prstGeom prst="rect">
            <a:avLst/>
          </a:prstGeom>
        </p:spPr>
      </p:pic>
      <p:sp>
        <p:nvSpPr>
          <p:cNvPr id="2" name="Title 1">
            <a:extLst>
              <a:ext uri="{FF2B5EF4-FFF2-40B4-BE49-F238E27FC236}">
                <a16:creationId xmlns:a16="http://schemas.microsoft.com/office/drawing/2014/main" xmlns="" id="{72935AF1-370F-DF81-532D-1CC7802CEB69}"/>
              </a:ext>
            </a:extLst>
          </p:cNvPr>
          <p:cNvSpPr>
            <a:spLocks noGrp="1"/>
          </p:cNvSpPr>
          <p:nvPr>
            <p:ph type="title"/>
          </p:nvPr>
        </p:nvSpPr>
        <p:spPr/>
        <p:txBody>
          <a:bodyPr/>
          <a:lstStyle/>
          <a:p>
            <a:r>
              <a:rPr lang="en-US" sz="4400" b="1" dirty="0">
                <a:solidFill>
                  <a:srgbClr val="FEFFFF"/>
                </a:solidFill>
                <a:latin typeface="Times New Roman" panose="02020603050405020304" pitchFamily="18" charset="0"/>
                <a:cs typeface="Times New Roman" panose="02020603050405020304" pitchFamily="18" charset="0"/>
              </a:rPr>
              <a:t>Introduction</a:t>
            </a:r>
            <a:endParaRPr lang="en-US" b="1" dirty="0">
              <a:solidFill>
                <a:schemeClr val="bg1">
                  <a:lumMod val="95000"/>
                </a:schemeClr>
              </a:solidFill>
            </a:endParaRPr>
          </a:p>
        </p:txBody>
      </p:sp>
      <p:sp>
        <p:nvSpPr>
          <p:cNvPr id="3" name="Content Placeholder 2">
            <a:extLst>
              <a:ext uri="{FF2B5EF4-FFF2-40B4-BE49-F238E27FC236}">
                <a16:creationId xmlns:a16="http://schemas.microsoft.com/office/drawing/2014/main" xmlns="" id="{EC0FD408-9B17-2288-44DB-918800DE4AE0}"/>
              </a:ext>
            </a:extLst>
          </p:cNvPr>
          <p:cNvSpPr>
            <a:spLocks noGrp="1"/>
          </p:cNvSpPr>
          <p:nvPr>
            <p:ph idx="1"/>
          </p:nvPr>
        </p:nvSpPr>
        <p:spPr/>
        <p:txBody>
          <a:bodyPr>
            <a:noAutofit/>
          </a:bodyPr>
          <a:lstStyle/>
          <a:p>
            <a:pPr algn="just">
              <a:buSzPct val="150000"/>
            </a:pPr>
            <a:r>
              <a:rPr lang="en-US" sz="2100" dirty="0">
                <a:solidFill>
                  <a:schemeClr val="bg1">
                    <a:lumMod val="95000"/>
                  </a:schemeClr>
                </a:solidFill>
                <a:latin typeface="Times New Roman" panose="02020603050405020304" pitchFamily="18" charset="0"/>
                <a:cs typeface="Times New Roman" panose="02020603050405020304" pitchFamily="18" charset="0"/>
              </a:rPr>
              <a:t>Wheat leaf diseases like yellow rust, brown rust, and black rust are fast-spreading fungal threats that significantly impact wheat yield and quality. Traditional detection methods are slow and labor intensive. This project aims to develop a technology-driven solution for early detection and effective management to promote sustainable wheat production.</a:t>
            </a:r>
          </a:p>
          <a:p>
            <a:pPr algn="just">
              <a:buSzPct val="150000"/>
            </a:pPr>
            <a:r>
              <a:rPr lang="en-US" sz="2100" dirty="0">
                <a:solidFill>
                  <a:schemeClr val="bg1">
                    <a:lumMod val="95000"/>
                  </a:schemeClr>
                </a:solidFill>
                <a:latin typeface="Times New Roman" panose="02020603050405020304" pitchFamily="18" charset="0"/>
                <a:cs typeface="Times New Roman" panose="02020603050405020304" pitchFamily="18" charset="0"/>
              </a:rPr>
              <a:t>The system will empower farmers with instant diagnostics and actionable recommendations using AI-based image analysis.</a:t>
            </a:r>
          </a:p>
          <a:p>
            <a:pPr marL="0" indent="0">
              <a:buNone/>
            </a:pPr>
            <a:endParaRPr lang="en-US" sz="2000" dirty="0">
              <a:solidFill>
                <a:schemeClr val="bg1">
                  <a:lumMod val="9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4071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E95A27B-100A-CAAB-0F98-B7D88D406723}"/>
            </a:ext>
          </a:extLst>
        </p:cNvPr>
        <p:cNvGrpSpPr/>
        <p:nvPr/>
      </p:nvGrpSpPr>
      <p:grpSpPr>
        <a:xfrm>
          <a:off x="0" y="0"/>
          <a:ext cx="0" cy="0"/>
          <a:chOff x="0" y="0"/>
          <a:chExt cx="0" cy="0"/>
        </a:xfrm>
      </p:grpSpPr>
      <p:pic>
        <p:nvPicPr>
          <p:cNvPr id="5" name="Picture 4" descr="Golden wheat against sky">
            <a:extLst>
              <a:ext uri="{FF2B5EF4-FFF2-40B4-BE49-F238E27FC236}">
                <a16:creationId xmlns:a16="http://schemas.microsoft.com/office/drawing/2014/main" xmlns="" id="{4800E51F-1301-EB2D-FDA0-EBB4857B6090}"/>
              </a:ext>
            </a:extLst>
          </p:cNvPr>
          <p:cNvPicPr>
            <a:picLocks noChangeAspect="1"/>
          </p:cNvPicPr>
          <p:nvPr/>
        </p:nvPicPr>
        <p:blipFill rotWithShape="1">
          <a:blip r:embed="rId3">
            <a:alphaModFix amt="35000"/>
          </a:blip>
          <a:srcRect t="15730"/>
          <a:stretch/>
        </p:blipFill>
        <p:spPr>
          <a:xfrm>
            <a:off x="-8825" y="10"/>
            <a:ext cx="12192000" cy="6857990"/>
          </a:xfrm>
          <a:prstGeom prst="rect">
            <a:avLst/>
          </a:prstGeom>
        </p:spPr>
      </p:pic>
      <p:sp>
        <p:nvSpPr>
          <p:cNvPr id="2" name="Title 1">
            <a:extLst>
              <a:ext uri="{FF2B5EF4-FFF2-40B4-BE49-F238E27FC236}">
                <a16:creationId xmlns:a16="http://schemas.microsoft.com/office/drawing/2014/main" xmlns="" id="{154D4157-0FB4-EA5E-C4A9-5CBC2C985871}"/>
              </a:ext>
            </a:extLst>
          </p:cNvPr>
          <p:cNvSpPr>
            <a:spLocks noGrp="1"/>
          </p:cNvSpPr>
          <p:nvPr>
            <p:ph type="title"/>
          </p:nvPr>
        </p:nvSpPr>
        <p:spPr>
          <a:xfrm>
            <a:off x="796160" y="436150"/>
            <a:ext cx="8911687" cy="1280890"/>
          </a:xfrm>
        </p:spPr>
        <p:txBody>
          <a:bodyPr>
            <a:normAutofit/>
          </a:bodyPr>
          <a:lstStyle/>
          <a:p>
            <a:r>
              <a:rPr lang="en-US" b="1" dirty="0">
                <a:solidFill>
                  <a:schemeClr val="bg1">
                    <a:lumMod val="95000"/>
                  </a:schemeClr>
                </a:solidFill>
                <a:latin typeface="Times New Roman" panose="02020603050405020304" pitchFamily="18" charset="0"/>
                <a:cs typeface="Times New Roman" panose="02020603050405020304" pitchFamily="18" charset="0"/>
              </a:rPr>
              <a:t>Problem</a:t>
            </a:r>
            <a:r>
              <a:rPr lang="en-US" b="1" dirty="0">
                <a:solidFill>
                  <a:schemeClr val="tx1"/>
                </a:solidFill>
                <a:latin typeface="Times New Roman" panose="02020603050405020304" pitchFamily="18" charset="0"/>
                <a:cs typeface="Times New Roman" panose="02020603050405020304" pitchFamily="18" charset="0"/>
              </a:rPr>
              <a:t> </a:t>
            </a:r>
            <a:r>
              <a:rPr lang="en-US" b="1" dirty="0">
                <a:solidFill>
                  <a:schemeClr val="bg1">
                    <a:lumMod val="95000"/>
                  </a:schemeClr>
                </a:solidFill>
                <a:latin typeface="Times New Roman" panose="02020603050405020304" pitchFamily="18" charset="0"/>
                <a:cs typeface="Times New Roman" panose="02020603050405020304" pitchFamily="18" charset="0"/>
              </a:rPr>
              <a:t>Statement</a:t>
            </a:r>
            <a:endParaRPr lang="en-US" dirty="0">
              <a:solidFill>
                <a:schemeClr val="bg1">
                  <a:lumMod val="95000"/>
                </a:schemeClr>
              </a:solidFill>
            </a:endParaRPr>
          </a:p>
        </p:txBody>
      </p:sp>
      <p:sp>
        <p:nvSpPr>
          <p:cNvPr id="3" name="Content Placeholder 2">
            <a:extLst>
              <a:ext uri="{FF2B5EF4-FFF2-40B4-BE49-F238E27FC236}">
                <a16:creationId xmlns:a16="http://schemas.microsoft.com/office/drawing/2014/main" xmlns="" id="{53C4AE0E-94E3-BFCB-A125-38E1704BBA72}"/>
              </a:ext>
            </a:extLst>
          </p:cNvPr>
          <p:cNvSpPr>
            <a:spLocks noGrp="1"/>
          </p:cNvSpPr>
          <p:nvPr>
            <p:ph idx="1"/>
          </p:nvPr>
        </p:nvSpPr>
        <p:spPr>
          <a:xfrm>
            <a:off x="998220" y="1540189"/>
            <a:ext cx="8915400" cy="3777622"/>
          </a:xfrm>
        </p:spPr>
        <p:txBody>
          <a:bodyPr>
            <a:normAutofit/>
          </a:bodyPr>
          <a:lstStyle/>
          <a:p>
            <a:endParaRPr lang="en-US" sz="2200" dirty="0">
              <a:solidFill>
                <a:schemeClr val="bg1">
                  <a:lumMod val="95000"/>
                </a:schemeClr>
              </a:solidFill>
              <a:latin typeface="Times New Roman" panose="02020603050405020304" pitchFamily="18" charset="0"/>
              <a:cs typeface="Times New Roman" panose="02020603050405020304" pitchFamily="18" charset="0"/>
            </a:endParaRPr>
          </a:p>
          <a:p>
            <a:pPr algn="just">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Traditional manual methods for detecting wheat leaf diseases are slow and inaccessible to many farmers, risking significant crop losses. This research compares InceptionV3 and a custom deep learning model using 5,000 high-resolution images to identify the most accurate approach for classifying wheat rust (brown, </a:t>
            </a:r>
            <a:r>
              <a:rPr lang="en-US" sz="2200" dirty="0" smtClean="0">
                <a:solidFill>
                  <a:schemeClr val="bg1">
                    <a:lumMod val="95000"/>
                  </a:schemeClr>
                </a:solidFill>
                <a:latin typeface="Times New Roman" panose="02020603050405020304" pitchFamily="18" charset="0"/>
                <a:cs typeface="Times New Roman" panose="02020603050405020304" pitchFamily="18" charset="0"/>
              </a:rPr>
              <a:t>yellow, black) </a:t>
            </a:r>
            <a:r>
              <a:rPr lang="en-US" sz="2200" dirty="0">
                <a:solidFill>
                  <a:schemeClr val="bg1">
                    <a:lumMod val="95000"/>
                  </a:schemeClr>
                </a:solidFill>
                <a:latin typeface="Times New Roman" panose="02020603050405020304" pitchFamily="18" charset="0"/>
                <a:cs typeface="Times New Roman" panose="02020603050405020304" pitchFamily="18" charset="0"/>
              </a:rPr>
              <a:t>and healthy leaves. The aim is to support real-world deployment in precision agriculture.</a:t>
            </a:r>
          </a:p>
        </p:txBody>
      </p:sp>
    </p:spTree>
    <p:extLst>
      <p:ext uri="{BB962C8B-B14F-4D97-AF65-F5344CB8AC3E}">
        <p14:creationId xmlns:p14="http://schemas.microsoft.com/office/powerpoint/2010/main" val="37585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612D251-2ACA-F9EA-BA7B-2112E187B0AA}"/>
            </a:ext>
          </a:extLst>
        </p:cNvPr>
        <p:cNvGrpSpPr/>
        <p:nvPr/>
      </p:nvGrpSpPr>
      <p:grpSpPr>
        <a:xfrm>
          <a:off x="0" y="0"/>
          <a:ext cx="0" cy="0"/>
          <a:chOff x="0" y="0"/>
          <a:chExt cx="0" cy="0"/>
        </a:xfrm>
      </p:grpSpPr>
      <p:pic>
        <p:nvPicPr>
          <p:cNvPr id="5" name="Picture 4" descr="Golden wheat against sky">
            <a:extLst>
              <a:ext uri="{FF2B5EF4-FFF2-40B4-BE49-F238E27FC236}">
                <a16:creationId xmlns:a16="http://schemas.microsoft.com/office/drawing/2014/main" xmlns="" id="{2CD061D5-FFAF-D04A-9BDB-58380E91CE6E}"/>
              </a:ext>
            </a:extLst>
          </p:cNvPr>
          <p:cNvPicPr>
            <a:picLocks noChangeAspect="1"/>
          </p:cNvPicPr>
          <p:nvPr/>
        </p:nvPicPr>
        <p:blipFill rotWithShape="1">
          <a:blip r:embed="rId3">
            <a:alphaModFix amt="35000"/>
          </a:blip>
          <a:srcRect t="15730"/>
          <a:stretch/>
        </p:blipFill>
        <p:spPr>
          <a:xfrm>
            <a:off x="-8825" y="10"/>
            <a:ext cx="12192000" cy="6857990"/>
          </a:xfrm>
          <a:prstGeom prst="rect">
            <a:avLst/>
          </a:prstGeom>
        </p:spPr>
      </p:pic>
      <p:sp>
        <p:nvSpPr>
          <p:cNvPr id="2" name="Title 1">
            <a:extLst>
              <a:ext uri="{FF2B5EF4-FFF2-40B4-BE49-F238E27FC236}">
                <a16:creationId xmlns:a16="http://schemas.microsoft.com/office/drawing/2014/main" xmlns="" id="{14C62F05-876A-0336-E600-14EE342F9220}"/>
              </a:ext>
            </a:extLst>
          </p:cNvPr>
          <p:cNvSpPr>
            <a:spLocks noGrp="1"/>
          </p:cNvSpPr>
          <p:nvPr>
            <p:ph type="title"/>
          </p:nvPr>
        </p:nvSpPr>
        <p:spPr/>
        <p:txBody>
          <a:bodyPr/>
          <a:lstStyle/>
          <a:p>
            <a:r>
              <a:rPr lang="en-US" sz="4400" b="1" dirty="0">
                <a:solidFill>
                  <a:srgbClr val="FEFFFF"/>
                </a:solidFill>
                <a:latin typeface="Times New Roman" panose="02020603050405020304" pitchFamily="18" charset="0"/>
                <a:cs typeface="Times New Roman" panose="02020603050405020304" pitchFamily="18" charset="0"/>
              </a:rPr>
              <a:t>Objectives</a:t>
            </a:r>
            <a:endParaRPr lang="en-US" b="1" dirty="0">
              <a:solidFill>
                <a:schemeClr val="bg1">
                  <a:lumMod val="95000"/>
                </a:schemeClr>
              </a:solidFill>
            </a:endParaRPr>
          </a:p>
        </p:txBody>
      </p:sp>
      <p:sp>
        <p:nvSpPr>
          <p:cNvPr id="3" name="Content Placeholder 2">
            <a:extLst>
              <a:ext uri="{FF2B5EF4-FFF2-40B4-BE49-F238E27FC236}">
                <a16:creationId xmlns:a16="http://schemas.microsoft.com/office/drawing/2014/main" xmlns="" id="{CAC66A17-9D2A-4638-FDBD-3AFDCE0A66B1}"/>
              </a:ext>
            </a:extLst>
          </p:cNvPr>
          <p:cNvSpPr>
            <a:spLocks noGrp="1"/>
          </p:cNvSpPr>
          <p:nvPr>
            <p:ph idx="1"/>
          </p:nvPr>
        </p:nvSpPr>
        <p:spPr/>
        <p:txBody>
          <a:bodyPr>
            <a:noAutofit/>
          </a:bodyPr>
          <a:lstStyle/>
          <a:p>
            <a:pPr>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Develop a machine learning model for disease classification.</a:t>
            </a:r>
          </a:p>
          <a:p>
            <a:pPr>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Ensure over 98% accuracy in disease detection.</a:t>
            </a:r>
          </a:p>
          <a:p>
            <a:pPr>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Provide a user-friendly interface for farmers.</a:t>
            </a:r>
          </a:p>
          <a:p>
            <a:pPr>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Deliver real-time results and treatment recommendations.</a:t>
            </a:r>
          </a:p>
          <a:p>
            <a:pPr>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Conduct field trials to validate effectiveness.</a:t>
            </a:r>
          </a:p>
          <a:p>
            <a:endParaRPr lang="en-US" sz="1400" dirty="0"/>
          </a:p>
          <a:p>
            <a:pPr marL="0" indent="0">
              <a:buNone/>
            </a:pPr>
            <a:endParaRPr lang="en-US" sz="2000" dirty="0">
              <a:solidFill>
                <a:schemeClr val="bg1">
                  <a:lumMod val="9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2629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8F84365-CEC7-E8BE-72B0-C1D6963E5740}"/>
            </a:ext>
          </a:extLst>
        </p:cNvPr>
        <p:cNvGrpSpPr/>
        <p:nvPr/>
      </p:nvGrpSpPr>
      <p:grpSpPr>
        <a:xfrm>
          <a:off x="0" y="0"/>
          <a:ext cx="0" cy="0"/>
          <a:chOff x="0" y="0"/>
          <a:chExt cx="0" cy="0"/>
        </a:xfrm>
      </p:grpSpPr>
      <p:pic>
        <p:nvPicPr>
          <p:cNvPr id="5" name="Picture 4" descr="Golden wheat against sky">
            <a:extLst>
              <a:ext uri="{FF2B5EF4-FFF2-40B4-BE49-F238E27FC236}">
                <a16:creationId xmlns:a16="http://schemas.microsoft.com/office/drawing/2014/main" xmlns="" id="{10DC047A-C92C-33DA-3D86-5DBFBA426683}"/>
              </a:ext>
            </a:extLst>
          </p:cNvPr>
          <p:cNvPicPr>
            <a:picLocks noChangeAspect="1"/>
          </p:cNvPicPr>
          <p:nvPr/>
        </p:nvPicPr>
        <p:blipFill rotWithShape="1">
          <a:blip r:embed="rId3">
            <a:alphaModFix amt="35000"/>
          </a:blip>
          <a:srcRect t="15730"/>
          <a:stretch/>
        </p:blipFill>
        <p:spPr>
          <a:xfrm>
            <a:off x="-8825" y="10"/>
            <a:ext cx="12192000" cy="6857990"/>
          </a:xfrm>
          <a:prstGeom prst="rect">
            <a:avLst/>
          </a:prstGeom>
        </p:spPr>
      </p:pic>
      <p:sp>
        <p:nvSpPr>
          <p:cNvPr id="2" name="Title 1">
            <a:extLst>
              <a:ext uri="{FF2B5EF4-FFF2-40B4-BE49-F238E27FC236}">
                <a16:creationId xmlns:a16="http://schemas.microsoft.com/office/drawing/2014/main" xmlns="" id="{6616A0A5-6237-CA98-2DB2-EA663315DCE7}"/>
              </a:ext>
            </a:extLst>
          </p:cNvPr>
          <p:cNvSpPr>
            <a:spLocks noGrp="1"/>
          </p:cNvSpPr>
          <p:nvPr>
            <p:ph type="title"/>
          </p:nvPr>
        </p:nvSpPr>
        <p:spPr/>
        <p:txBody>
          <a:bodyPr/>
          <a:lstStyle/>
          <a:p>
            <a:r>
              <a:rPr lang="en-US" sz="4400" b="1" dirty="0">
                <a:solidFill>
                  <a:srgbClr val="FEFFFF"/>
                </a:solidFill>
                <a:latin typeface="Times New Roman" panose="02020603050405020304" pitchFamily="18" charset="0"/>
                <a:cs typeface="Times New Roman" panose="02020603050405020304" pitchFamily="18" charset="0"/>
              </a:rPr>
              <a:t>Features</a:t>
            </a:r>
            <a:endParaRPr lang="en-US" b="1" dirty="0">
              <a:solidFill>
                <a:schemeClr val="bg1">
                  <a:lumMod val="95000"/>
                </a:schemeClr>
              </a:solidFill>
            </a:endParaRPr>
          </a:p>
        </p:txBody>
      </p:sp>
      <p:sp>
        <p:nvSpPr>
          <p:cNvPr id="3" name="Content Placeholder 2">
            <a:extLst>
              <a:ext uri="{FF2B5EF4-FFF2-40B4-BE49-F238E27FC236}">
                <a16:creationId xmlns:a16="http://schemas.microsoft.com/office/drawing/2014/main" xmlns="" id="{98391162-6AF2-853A-BFDB-A422D0F7CC58}"/>
              </a:ext>
            </a:extLst>
          </p:cNvPr>
          <p:cNvSpPr>
            <a:spLocks noGrp="1"/>
          </p:cNvSpPr>
          <p:nvPr>
            <p:ph idx="1"/>
          </p:nvPr>
        </p:nvSpPr>
        <p:spPr/>
        <p:txBody>
          <a:bodyPr>
            <a:noAutofit/>
          </a:bodyPr>
          <a:lstStyle/>
          <a:p>
            <a:pPr>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 AI-based detection of yellow, brown, and black rust.</a:t>
            </a:r>
          </a:p>
          <a:p>
            <a:pPr>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 User-friendly web interface for image upload and instant results.</a:t>
            </a:r>
          </a:p>
          <a:p>
            <a:pPr>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 Real-time disease classification with treatment recommendations.</a:t>
            </a:r>
          </a:p>
          <a:p>
            <a:pPr>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 Responsive design for mobile and desktop devices. </a:t>
            </a:r>
          </a:p>
          <a:p>
            <a:pPr>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 Secure data handling and user authentication.</a:t>
            </a:r>
          </a:p>
        </p:txBody>
      </p:sp>
    </p:spTree>
    <p:extLst>
      <p:ext uri="{BB962C8B-B14F-4D97-AF65-F5344CB8AC3E}">
        <p14:creationId xmlns:p14="http://schemas.microsoft.com/office/powerpoint/2010/main" val="2776643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76EE233-1C1D-54B9-F350-EAB19F4253F2}"/>
            </a:ext>
          </a:extLst>
        </p:cNvPr>
        <p:cNvGrpSpPr/>
        <p:nvPr/>
      </p:nvGrpSpPr>
      <p:grpSpPr>
        <a:xfrm>
          <a:off x="0" y="0"/>
          <a:ext cx="0" cy="0"/>
          <a:chOff x="0" y="0"/>
          <a:chExt cx="0" cy="0"/>
        </a:xfrm>
      </p:grpSpPr>
      <p:pic>
        <p:nvPicPr>
          <p:cNvPr id="5" name="Picture 4" descr="Golden wheat against sky">
            <a:extLst>
              <a:ext uri="{FF2B5EF4-FFF2-40B4-BE49-F238E27FC236}">
                <a16:creationId xmlns:a16="http://schemas.microsoft.com/office/drawing/2014/main" xmlns="" id="{D2AB37BA-92E1-7E27-D2AC-9A53239FF85B}"/>
              </a:ext>
            </a:extLst>
          </p:cNvPr>
          <p:cNvPicPr>
            <a:picLocks noChangeAspect="1"/>
          </p:cNvPicPr>
          <p:nvPr/>
        </p:nvPicPr>
        <p:blipFill rotWithShape="1">
          <a:blip r:embed="rId3">
            <a:alphaModFix amt="35000"/>
          </a:blip>
          <a:srcRect t="15730"/>
          <a:stretch/>
        </p:blipFill>
        <p:spPr>
          <a:xfrm>
            <a:off x="-8825" y="10"/>
            <a:ext cx="12192000" cy="6857990"/>
          </a:xfrm>
          <a:prstGeom prst="rect">
            <a:avLst/>
          </a:prstGeom>
        </p:spPr>
      </p:pic>
      <p:sp>
        <p:nvSpPr>
          <p:cNvPr id="2" name="Title 1">
            <a:extLst>
              <a:ext uri="{FF2B5EF4-FFF2-40B4-BE49-F238E27FC236}">
                <a16:creationId xmlns:a16="http://schemas.microsoft.com/office/drawing/2014/main" xmlns="" id="{A78B70D4-532D-F867-5824-B21655DD1187}"/>
              </a:ext>
            </a:extLst>
          </p:cNvPr>
          <p:cNvSpPr>
            <a:spLocks noGrp="1"/>
          </p:cNvSpPr>
          <p:nvPr>
            <p:ph type="title"/>
          </p:nvPr>
        </p:nvSpPr>
        <p:spPr/>
        <p:txBody>
          <a:bodyPr/>
          <a:lstStyle/>
          <a:p>
            <a:r>
              <a:rPr lang="en-US" sz="4400" b="1" dirty="0">
                <a:solidFill>
                  <a:schemeClr val="bg1"/>
                </a:solidFill>
                <a:latin typeface="Times New Roman" panose="02020603050405020304" pitchFamily="18" charset="0"/>
                <a:cs typeface="Times New Roman" panose="02020603050405020304" pitchFamily="18" charset="0"/>
              </a:rPr>
              <a:t>Vision</a:t>
            </a:r>
            <a:endParaRPr lang="en-US" b="1" dirty="0">
              <a:solidFill>
                <a:schemeClr val="bg1">
                  <a:lumMod val="95000"/>
                </a:schemeClr>
              </a:solidFill>
            </a:endParaRPr>
          </a:p>
        </p:txBody>
      </p:sp>
      <p:sp>
        <p:nvSpPr>
          <p:cNvPr id="3" name="Content Placeholder 2">
            <a:extLst>
              <a:ext uri="{FF2B5EF4-FFF2-40B4-BE49-F238E27FC236}">
                <a16:creationId xmlns:a16="http://schemas.microsoft.com/office/drawing/2014/main" xmlns="" id="{88D091AC-02D3-65A5-DE67-545B16174817}"/>
              </a:ext>
            </a:extLst>
          </p:cNvPr>
          <p:cNvSpPr>
            <a:spLocks noGrp="1"/>
          </p:cNvSpPr>
          <p:nvPr>
            <p:ph idx="1"/>
          </p:nvPr>
        </p:nvSpPr>
        <p:spPr/>
        <p:txBody>
          <a:bodyPr>
            <a:noAutofit/>
          </a:bodyPr>
          <a:lstStyle/>
          <a:p>
            <a:pPr>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To revolutionize crop disease management by providing farmers with accessible and intelligent AI tools that enhance productivity, ensure food security, and promote sustainable agriculture.</a:t>
            </a:r>
          </a:p>
          <a:p>
            <a:pPr marL="0" indent="0">
              <a:buClr>
                <a:schemeClr val="bg1"/>
              </a:buClr>
              <a:buSzPct val="150000"/>
              <a:buNone/>
            </a:pPr>
            <a:endParaRPr lang="en-US" sz="2200" dirty="0">
              <a:solidFill>
                <a:schemeClr val="bg1">
                  <a:lumMod val="9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2338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7351FAE-3714-D89D-C2A7-4CACA9A1A546}"/>
            </a:ext>
          </a:extLst>
        </p:cNvPr>
        <p:cNvGrpSpPr/>
        <p:nvPr/>
      </p:nvGrpSpPr>
      <p:grpSpPr>
        <a:xfrm>
          <a:off x="0" y="0"/>
          <a:ext cx="0" cy="0"/>
          <a:chOff x="0" y="0"/>
          <a:chExt cx="0" cy="0"/>
        </a:xfrm>
      </p:grpSpPr>
      <p:pic>
        <p:nvPicPr>
          <p:cNvPr id="5" name="Picture 4" descr="Golden wheat against sky">
            <a:extLst>
              <a:ext uri="{FF2B5EF4-FFF2-40B4-BE49-F238E27FC236}">
                <a16:creationId xmlns:a16="http://schemas.microsoft.com/office/drawing/2014/main" xmlns="" id="{04B13FE5-416C-AD50-26DF-79C8C6707B55}"/>
              </a:ext>
            </a:extLst>
          </p:cNvPr>
          <p:cNvPicPr>
            <a:picLocks noChangeAspect="1"/>
          </p:cNvPicPr>
          <p:nvPr/>
        </p:nvPicPr>
        <p:blipFill rotWithShape="1">
          <a:blip r:embed="rId3">
            <a:alphaModFix amt="35000"/>
          </a:blip>
          <a:srcRect t="15730"/>
          <a:stretch/>
        </p:blipFill>
        <p:spPr>
          <a:xfrm>
            <a:off x="-8825" y="10"/>
            <a:ext cx="12192000" cy="6857990"/>
          </a:xfrm>
          <a:prstGeom prst="rect">
            <a:avLst/>
          </a:prstGeom>
        </p:spPr>
      </p:pic>
      <p:sp>
        <p:nvSpPr>
          <p:cNvPr id="2" name="Title 1">
            <a:extLst>
              <a:ext uri="{FF2B5EF4-FFF2-40B4-BE49-F238E27FC236}">
                <a16:creationId xmlns:a16="http://schemas.microsoft.com/office/drawing/2014/main" xmlns="" id="{0B1587DE-2B55-10FB-0562-8750A581C418}"/>
              </a:ext>
            </a:extLst>
          </p:cNvPr>
          <p:cNvSpPr>
            <a:spLocks noGrp="1"/>
          </p:cNvSpPr>
          <p:nvPr>
            <p:ph type="title"/>
          </p:nvPr>
        </p:nvSpPr>
        <p:spPr/>
        <p:txBody>
          <a:bodyPr/>
          <a:lstStyle/>
          <a:p>
            <a:r>
              <a:rPr lang="en-US" sz="4400" b="1" dirty="0">
                <a:solidFill>
                  <a:schemeClr val="bg1"/>
                </a:solidFill>
                <a:latin typeface="Times New Roman" panose="02020603050405020304" pitchFamily="18" charset="0"/>
                <a:cs typeface="Times New Roman" panose="02020603050405020304" pitchFamily="18" charset="0"/>
              </a:rPr>
              <a:t> Mission</a:t>
            </a:r>
            <a:endParaRPr lang="en-US" b="1" dirty="0">
              <a:solidFill>
                <a:schemeClr val="bg1">
                  <a:lumMod val="95000"/>
                </a:schemeClr>
              </a:solidFill>
            </a:endParaRPr>
          </a:p>
        </p:txBody>
      </p:sp>
      <p:sp>
        <p:nvSpPr>
          <p:cNvPr id="3" name="Content Placeholder 2">
            <a:extLst>
              <a:ext uri="{FF2B5EF4-FFF2-40B4-BE49-F238E27FC236}">
                <a16:creationId xmlns:a16="http://schemas.microsoft.com/office/drawing/2014/main" xmlns="" id="{B3943723-DAF4-4A04-A5D0-02F0F729F5C2}"/>
              </a:ext>
            </a:extLst>
          </p:cNvPr>
          <p:cNvSpPr>
            <a:spLocks noGrp="1"/>
          </p:cNvSpPr>
          <p:nvPr>
            <p:ph idx="1"/>
          </p:nvPr>
        </p:nvSpPr>
        <p:spPr/>
        <p:txBody>
          <a:bodyPr>
            <a:noAutofit/>
          </a:bodyPr>
          <a:lstStyle/>
          <a:p>
            <a:pPr>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To empower farmers through technology by delivering an accurate, efficient, and user-friendly AI system for early detection, classification, and treatment of wheat leaf diseases.</a:t>
            </a:r>
          </a:p>
          <a:p>
            <a:pPr marL="0" indent="0">
              <a:buClr>
                <a:schemeClr val="bg1"/>
              </a:buClr>
              <a:buSzPct val="150000"/>
              <a:buNone/>
            </a:pPr>
            <a:endParaRPr lang="en-US" sz="2200" dirty="0">
              <a:solidFill>
                <a:schemeClr val="bg1">
                  <a:lumMod val="9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64867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5D0D073-89FE-1476-6921-006C3B7C3815}"/>
            </a:ext>
          </a:extLst>
        </p:cNvPr>
        <p:cNvGrpSpPr/>
        <p:nvPr/>
      </p:nvGrpSpPr>
      <p:grpSpPr>
        <a:xfrm>
          <a:off x="0" y="0"/>
          <a:ext cx="0" cy="0"/>
          <a:chOff x="0" y="0"/>
          <a:chExt cx="0" cy="0"/>
        </a:xfrm>
      </p:grpSpPr>
      <p:pic>
        <p:nvPicPr>
          <p:cNvPr id="5" name="Picture 4" descr="Golden wheat against sky">
            <a:extLst>
              <a:ext uri="{FF2B5EF4-FFF2-40B4-BE49-F238E27FC236}">
                <a16:creationId xmlns:a16="http://schemas.microsoft.com/office/drawing/2014/main" xmlns="" id="{2122F482-4363-32ED-50A5-477DB1255DBA}"/>
              </a:ext>
            </a:extLst>
          </p:cNvPr>
          <p:cNvPicPr>
            <a:picLocks noChangeAspect="1"/>
          </p:cNvPicPr>
          <p:nvPr/>
        </p:nvPicPr>
        <p:blipFill rotWithShape="1">
          <a:blip r:embed="rId3">
            <a:alphaModFix amt="35000"/>
          </a:blip>
          <a:srcRect t="15730"/>
          <a:stretch/>
        </p:blipFill>
        <p:spPr>
          <a:xfrm>
            <a:off x="-8825" y="10"/>
            <a:ext cx="12192000" cy="6857990"/>
          </a:xfrm>
          <a:prstGeom prst="rect">
            <a:avLst/>
          </a:prstGeom>
        </p:spPr>
      </p:pic>
      <p:sp>
        <p:nvSpPr>
          <p:cNvPr id="2" name="Title 1">
            <a:extLst>
              <a:ext uri="{FF2B5EF4-FFF2-40B4-BE49-F238E27FC236}">
                <a16:creationId xmlns:a16="http://schemas.microsoft.com/office/drawing/2014/main" xmlns="" id="{36783DF5-DD35-E19D-669B-B4B31E835B60}"/>
              </a:ext>
            </a:extLst>
          </p:cNvPr>
          <p:cNvSpPr>
            <a:spLocks noGrp="1"/>
          </p:cNvSpPr>
          <p:nvPr>
            <p:ph type="title"/>
          </p:nvPr>
        </p:nvSpPr>
        <p:spPr/>
        <p:txBody>
          <a:bodyPr/>
          <a:lstStyle/>
          <a:p>
            <a:r>
              <a:rPr lang="en-US" sz="4400" b="1" dirty="0">
                <a:solidFill>
                  <a:schemeClr val="bg1"/>
                </a:solidFill>
                <a:latin typeface="Times New Roman" panose="02020603050405020304" pitchFamily="18" charset="0"/>
                <a:cs typeface="Times New Roman" panose="02020603050405020304" pitchFamily="18" charset="0"/>
              </a:rPr>
              <a:t>Tools and Techniques</a:t>
            </a:r>
            <a:endParaRPr lang="en-US" b="1" dirty="0">
              <a:solidFill>
                <a:schemeClr val="bg1">
                  <a:lumMod val="95000"/>
                </a:schemeClr>
              </a:solidFill>
            </a:endParaRPr>
          </a:p>
        </p:txBody>
      </p:sp>
      <p:pic>
        <p:nvPicPr>
          <p:cNvPr id="4" name="Picture 3">
            <a:extLst>
              <a:ext uri="{FF2B5EF4-FFF2-40B4-BE49-F238E27FC236}">
                <a16:creationId xmlns:a16="http://schemas.microsoft.com/office/drawing/2014/main" xmlns="" id="{CE1A4605-E378-76A6-FB87-17084B68EACD}"/>
              </a:ext>
            </a:extLst>
          </p:cNvPr>
          <p:cNvPicPr>
            <a:picLocks noChangeAspect="1"/>
          </p:cNvPicPr>
          <p:nvPr/>
        </p:nvPicPr>
        <p:blipFill>
          <a:blip r:embed="rId4">
            <a:duotone>
              <a:prstClr val="black"/>
              <a:srgbClr val="8BC145">
                <a:lumMod val="40000"/>
                <a:lumOff val="60000"/>
                <a:tint val="45000"/>
                <a:satMod val="400000"/>
              </a:srgbClr>
            </a:duotone>
            <a:extLst>
              <a:ext uri="{BEBA8EAE-BF5A-486C-A8C5-ECC9F3942E4B}">
                <a14:imgProps xmlns:a14="http://schemas.microsoft.com/office/drawing/2010/main">
                  <a14:imgLayer r:embed="rId5">
                    <a14:imgEffect>
                      <a14:colorTemperature colorTemp="11200"/>
                    </a14:imgEffect>
                    <a14:imgEffect>
                      <a14:saturation sat="66000"/>
                    </a14:imgEffect>
                    <a14:imgEffect>
                      <a14:brightnessContrast contrast="-40000"/>
                    </a14:imgEffect>
                  </a14:imgLayer>
                </a14:imgProps>
              </a:ext>
            </a:extLst>
          </a:blip>
          <a:stretch>
            <a:fillRect/>
          </a:stretch>
        </p:blipFill>
        <p:spPr>
          <a:xfrm>
            <a:off x="1053044" y="1911806"/>
            <a:ext cx="9071634" cy="3688400"/>
          </a:xfrm>
          <a:prstGeom prst="rect">
            <a:avLst/>
          </a:prstGeom>
        </p:spPr>
      </p:pic>
    </p:spTree>
    <p:extLst>
      <p:ext uri="{BB962C8B-B14F-4D97-AF65-F5344CB8AC3E}">
        <p14:creationId xmlns:p14="http://schemas.microsoft.com/office/powerpoint/2010/main" val="40538042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7B3DA4A-B2B4-0824-4E3D-4C8A4E644A66}"/>
            </a:ext>
          </a:extLst>
        </p:cNvPr>
        <p:cNvGrpSpPr/>
        <p:nvPr/>
      </p:nvGrpSpPr>
      <p:grpSpPr>
        <a:xfrm>
          <a:off x="0" y="0"/>
          <a:ext cx="0" cy="0"/>
          <a:chOff x="0" y="0"/>
          <a:chExt cx="0" cy="0"/>
        </a:xfrm>
      </p:grpSpPr>
      <p:pic>
        <p:nvPicPr>
          <p:cNvPr id="5" name="Picture 4" descr="Golden wheat against sky">
            <a:extLst>
              <a:ext uri="{FF2B5EF4-FFF2-40B4-BE49-F238E27FC236}">
                <a16:creationId xmlns:a16="http://schemas.microsoft.com/office/drawing/2014/main" xmlns="" id="{CE19F024-99CB-D71D-7388-DEC671DEF0AD}"/>
              </a:ext>
            </a:extLst>
          </p:cNvPr>
          <p:cNvPicPr>
            <a:picLocks noChangeAspect="1"/>
          </p:cNvPicPr>
          <p:nvPr/>
        </p:nvPicPr>
        <p:blipFill rotWithShape="1">
          <a:blip r:embed="rId3">
            <a:alphaModFix amt="35000"/>
          </a:blip>
          <a:srcRect t="15730"/>
          <a:stretch/>
        </p:blipFill>
        <p:spPr>
          <a:xfrm>
            <a:off x="-8825" y="10"/>
            <a:ext cx="12192000" cy="6857990"/>
          </a:xfrm>
          <a:prstGeom prst="rect">
            <a:avLst/>
          </a:prstGeom>
        </p:spPr>
      </p:pic>
      <p:sp>
        <p:nvSpPr>
          <p:cNvPr id="2" name="Title 1">
            <a:extLst>
              <a:ext uri="{FF2B5EF4-FFF2-40B4-BE49-F238E27FC236}">
                <a16:creationId xmlns:a16="http://schemas.microsoft.com/office/drawing/2014/main" xmlns="" id="{087C86DA-B229-74FA-8820-245C2931B788}"/>
              </a:ext>
            </a:extLst>
          </p:cNvPr>
          <p:cNvSpPr>
            <a:spLocks noGrp="1"/>
          </p:cNvSpPr>
          <p:nvPr>
            <p:ph type="title"/>
          </p:nvPr>
        </p:nvSpPr>
        <p:spPr/>
        <p:txBody>
          <a:bodyPr/>
          <a:lstStyle/>
          <a:p>
            <a:r>
              <a:rPr lang="en-US" sz="4400" b="1" dirty="0">
                <a:solidFill>
                  <a:schemeClr val="bg1"/>
                </a:solidFill>
                <a:latin typeface="Times New Roman" panose="02020603050405020304" pitchFamily="18" charset="0"/>
                <a:cs typeface="Times New Roman" panose="02020603050405020304" pitchFamily="18" charset="0"/>
              </a:rPr>
              <a:t>METHODOLOGY</a:t>
            </a:r>
            <a:endParaRPr lang="en-US" b="1" dirty="0">
              <a:solidFill>
                <a:schemeClr val="bg1">
                  <a:lumMod val="95000"/>
                </a:schemeClr>
              </a:solidFill>
            </a:endParaRPr>
          </a:p>
        </p:txBody>
      </p:sp>
      <p:sp>
        <p:nvSpPr>
          <p:cNvPr id="3" name="Content Placeholder 2">
            <a:extLst>
              <a:ext uri="{FF2B5EF4-FFF2-40B4-BE49-F238E27FC236}">
                <a16:creationId xmlns:a16="http://schemas.microsoft.com/office/drawing/2014/main" xmlns="" id="{3B59B4E5-A56D-7D55-EF44-84FC3349C9D7}"/>
              </a:ext>
            </a:extLst>
          </p:cNvPr>
          <p:cNvSpPr>
            <a:spLocks noGrp="1"/>
          </p:cNvSpPr>
          <p:nvPr>
            <p:ph idx="1"/>
          </p:nvPr>
        </p:nvSpPr>
        <p:spPr/>
        <p:txBody>
          <a:bodyPr>
            <a:noAutofit/>
          </a:bodyPr>
          <a:lstStyle/>
          <a:p>
            <a:pPr>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Dataset preparation with labeled disease images.</a:t>
            </a:r>
          </a:p>
          <a:p>
            <a:pPr>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Model training using CNN for image classification.</a:t>
            </a:r>
          </a:p>
          <a:p>
            <a:pPr>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Backend integration using Django and TensorFlow.</a:t>
            </a:r>
          </a:p>
          <a:p>
            <a:pPr>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Frontend development in React.js.</a:t>
            </a:r>
          </a:p>
          <a:p>
            <a:pPr>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System testing and validation through field trials.</a:t>
            </a:r>
          </a:p>
          <a:p>
            <a:pPr>
              <a:buClr>
                <a:schemeClr val="bg1"/>
              </a:buClr>
              <a:buSzPct val="150000"/>
            </a:pPr>
            <a:endParaRPr lang="en-US" sz="2200" dirty="0">
              <a:solidFill>
                <a:schemeClr val="bg1">
                  <a:lumMod val="95000"/>
                </a:schemeClr>
              </a:solidFill>
              <a:latin typeface="Times New Roman" panose="02020603050405020304" pitchFamily="18" charset="0"/>
              <a:cs typeface="Times New Roman" panose="02020603050405020304" pitchFamily="18" charset="0"/>
            </a:endParaRPr>
          </a:p>
          <a:p>
            <a:pPr>
              <a:buClr>
                <a:schemeClr val="bg1"/>
              </a:buClr>
              <a:buSzPct val="150000"/>
            </a:pPr>
            <a:endParaRPr lang="en-US" sz="2200" dirty="0">
              <a:solidFill>
                <a:schemeClr val="bg1">
                  <a:lumMod val="95000"/>
                </a:schemeClr>
              </a:solidFill>
              <a:latin typeface="Times New Roman" panose="02020603050405020304" pitchFamily="18" charset="0"/>
              <a:cs typeface="Times New Roman" panose="02020603050405020304" pitchFamily="18" charset="0"/>
            </a:endParaRPr>
          </a:p>
          <a:p>
            <a:pPr>
              <a:buClr>
                <a:schemeClr val="bg1"/>
              </a:buClr>
              <a:buSzPct val="150000"/>
            </a:pPr>
            <a:endParaRPr lang="en-US" sz="2200" dirty="0">
              <a:solidFill>
                <a:schemeClr val="bg1">
                  <a:lumMod val="9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9456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64A34C0-52B2-3FE0-685B-C9B3FDBB07BD}"/>
            </a:ext>
          </a:extLst>
        </p:cNvPr>
        <p:cNvGrpSpPr/>
        <p:nvPr/>
      </p:nvGrpSpPr>
      <p:grpSpPr>
        <a:xfrm>
          <a:off x="0" y="0"/>
          <a:ext cx="0" cy="0"/>
          <a:chOff x="0" y="0"/>
          <a:chExt cx="0" cy="0"/>
        </a:xfrm>
      </p:grpSpPr>
      <p:pic>
        <p:nvPicPr>
          <p:cNvPr id="5" name="Picture 4" descr="Golden wheat against sky">
            <a:extLst>
              <a:ext uri="{FF2B5EF4-FFF2-40B4-BE49-F238E27FC236}">
                <a16:creationId xmlns:a16="http://schemas.microsoft.com/office/drawing/2014/main" xmlns="" id="{50A72C66-F3D7-57CA-E314-3C07FD90DB3D}"/>
              </a:ext>
            </a:extLst>
          </p:cNvPr>
          <p:cNvPicPr>
            <a:picLocks noChangeAspect="1"/>
          </p:cNvPicPr>
          <p:nvPr/>
        </p:nvPicPr>
        <p:blipFill rotWithShape="1">
          <a:blip r:embed="rId3">
            <a:alphaModFix amt="35000"/>
          </a:blip>
          <a:srcRect t="15730"/>
          <a:stretch/>
        </p:blipFill>
        <p:spPr>
          <a:xfrm>
            <a:off x="-8825" y="10"/>
            <a:ext cx="12192000" cy="6857990"/>
          </a:xfrm>
          <a:prstGeom prst="rect">
            <a:avLst/>
          </a:prstGeom>
        </p:spPr>
      </p:pic>
      <p:sp>
        <p:nvSpPr>
          <p:cNvPr id="2" name="Title 1">
            <a:extLst>
              <a:ext uri="{FF2B5EF4-FFF2-40B4-BE49-F238E27FC236}">
                <a16:creationId xmlns:a16="http://schemas.microsoft.com/office/drawing/2014/main" xmlns="" id="{4EA54F83-90CE-DB14-521D-9755349AF129}"/>
              </a:ext>
            </a:extLst>
          </p:cNvPr>
          <p:cNvSpPr>
            <a:spLocks noGrp="1"/>
          </p:cNvSpPr>
          <p:nvPr>
            <p:ph type="title"/>
          </p:nvPr>
        </p:nvSpPr>
        <p:spPr/>
        <p:txBody>
          <a:bodyPr/>
          <a:lstStyle/>
          <a:p>
            <a:r>
              <a:rPr lang="en-US" sz="4400" b="1" dirty="0">
                <a:solidFill>
                  <a:schemeClr val="bg1"/>
                </a:solidFill>
                <a:latin typeface="Times New Roman" panose="02020603050405020304" pitchFamily="18" charset="0"/>
                <a:cs typeface="Times New Roman" panose="02020603050405020304" pitchFamily="18" charset="0"/>
              </a:rPr>
              <a:t>Models (InceptionV3)</a:t>
            </a:r>
            <a:endParaRPr lang="en-US" b="1" dirty="0">
              <a:solidFill>
                <a:schemeClr val="bg1">
                  <a:lumMod val="95000"/>
                </a:schemeClr>
              </a:solidFill>
            </a:endParaRPr>
          </a:p>
        </p:txBody>
      </p:sp>
      <p:sp>
        <p:nvSpPr>
          <p:cNvPr id="3" name="Content Placeholder 2">
            <a:extLst>
              <a:ext uri="{FF2B5EF4-FFF2-40B4-BE49-F238E27FC236}">
                <a16:creationId xmlns:a16="http://schemas.microsoft.com/office/drawing/2014/main" xmlns="" id="{E8993A9E-EBF0-EFBC-E8D0-DBE4B3A7C5F1}"/>
              </a:ext>
            </a:extLst>
          </p:cNvPr>
          <p:cNvSpPr>
            <a:spLocks noGrp="1"/>
          </p:cNvSpPr>
          <p:nvPr>
            <p:ph idx="1"/>
          </p:nvPr>
        </p:nvSpPr>
        <p:spPr/>
        <p:txBody>
          <a:bodyPr>
            <a:noAutofit/>
          </a:bodyPr>
          <a:lstStyle/>
          <a:p>
            <a:pPr algn="just">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Architectural Innovation: InceptionV3 is a deep neural network architecture that introduced the concept of "inception modules" with parallel convolutional operations.</a:t>
            </a:r>
          </a:p>
          <a:p>
            <a:pPr algn="just">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Feature Extraction: Known for efficient feature extraction through the use of multiple filter sizes within the same layer, enabling the network to capture diverse patterns.</a:t>
            </a:r>
          </a:p>
          <a:p>
            <a:pPr algn="just">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Image Recognition: Widely employed for image recognition tasks, InceptionV3 balances model complexity and computational efficiency, making it suitable for various computer vision applications.</a:t>
            </a:r>
          </a:p>
        </p:txBody>
      </p:sp>
    </p:spTree>
    <p:extLst>
      <p:ext uri="{BB962C8B-B14F-4D97-AF65-F5344CB8AC3E}">
        <p14:creationId xmlns:p14="http://schemas.microsoft.com/office/powerpoint/2010/main" val="1062155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C056438-7481-265F-F1A0-9A2266528B61}"/>
            </a:ext>
          </a:extLst>
        </p:cNvPr>
        <p:cNvGrpSpPr/>
        <p:nvPr/>
      </p:nvGrpSpPr>
      <p:grpSpPr>
        <a:xfrm>
          <a:off x="0" y="0"/>
          <a:ext cx="0" cy="0"/>
          <a:chOff x="0" y="0"/>
          <a:chExt cx="0" cy="0"/>
        </a:xfrm>
      </p:grpSpPr>
      <p:pic>
        <p:nvPicPr>
          <p:cNvPr id="5" name="Picture 4" descr="Golden wheat against sky">
            <a:extLst>
              <a:ext uri="{FF2B5EF4-FFF2-40B4-BE49-F238E27FC236}">
                <a16:creationId xmlns:a16="http://schemas.microsoft.com/office/drawing/2014/main" xmlns="" id="{E2CD7017-7313-51E8-13C9-B696B30B8EB1}"/>
              </a:ext>
            </a:extLst>
          </p:cNvPr>
          <p:cNvPicPr>
            <a:picLocks noChangeAspect="1"/>
          </p:cNvPicPr>
          <p:nvPr/>
        </p:nvPicPr>
        <p:blipFill rotWithShape="1">
          <a:blip r:embed="rId3">
            <a:alphaModFix amt="35000"/>
          </a:blip>
          <a:srcRect t="15730"/>
          <a:stretch/>
        </p:blipFill>
        <p:spPr>
          <a:xfrm>
            <a:off x="-8825" y="10"/>
            <a:ext cx="12192000" cy="6857990"/>
          </a:xfrm>
          <a:prstGeom prst="rect">
            <a:avLst/>
          </a:prstGeom>
        </p:spPr>
      </p:pic>
      <p:sp>
        <p:nvSpPr>
          <p:cNvPr id="2" name="Title 1">
            <a:extLst>
              <a:ext uri="{FF2B5EF4-FFF2-40B4-BE49-F238E27FC236}">
                <a16:creationId xmlns:a16="http://schemas.microsoft.com/office/drawing/2014/main" xmlns="" id="{69D3C18F-6D19-DAF5-7A55-E0ADBEE5EA31}"/>
              </a:ext>
            </a:extLst>
          </p:cNvPr>
          <p:cNvSpPr>
            <a:spLocks noGrp="1"/>
          </p:cNvSpPr>
          <p:nvPr>
            <p:ph type="title"/>
          </p:nvPr>
        </p:nvSpPr>
        <p:spPr/>
        <p:txBody>
          <a:bodyPr/>
          <a:lstStyle/>
          <a:p>
            <a:r>
              <a:rPr lang="en-US" sz="4400" b="1" dirty="0">
                <a:solidFill>
                  <a:schemeClr val="bg1"/>
                </a:solidFill>
                <a:latin typeface="Times New Roman" panose="02020603050405020304" pitchFamily="18" charset="0"/>
                <a:cs typeface="Times New Roman" panose="02020603050405020304" pitchFamily="18" charset="0"/>
              </a:rPr>
              <a:t>Dataset</a:t>
            </a:r>
            <a:endParaRPr lang="en-US" b="1" dirty="0">
              <a:solidFill>
                <a:schemeClr val="bg1">
                  <a:lumMod val="95000"/>
                </a:schemeClr>
              </a:solidFill>
            </a:endParaRPr>
          </a:p>
        </p:txBody>
      </p:sp>
      <p:sp>
        <p:nvSpPr>
          <p:cNvPr id="3" name="Content Placeholder 2">
            <a:extLst>
              <a:ext uri="{FF2B5EF4-FFF2-40B4-BE49-F238E27FC236}">
                <a16:creationId xmlns:a16="http://schemas.microsoft.com/office/drawing/2014/main" xmlns="" id="{512710F8-6A69-CCCD-6CBA-78F73735732F}"/>
              </a:ext>
            </a:extLst>
          </p:cNvPr>
          <p:cNvSpPr>
            <a:spLocks noGrp="1"/>
          </p:cNvSpPr>
          <p:nvPr>
            <p:ph idx="1"/>
          </p:nvPr>
        </p:nvSpPr>
        <p:spPr>
          <a:xfrm>
            <a:off x="838200" y="1825625"/>
            <a:ext cx="7259320" cy="4351338"/>
          </a:xfrm>
        </p:spPr>
        <p:txBody>
          <a:bodyPr>
            <a:noAutofit/>
          </a:bodyPr>
          <a:lstStyle/>
          <a:p>
            <a:pPr algn="just">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The dataset utilized in this study was obtained from Kaggle, a well-known website for hosting and exchanging datasets pertaining to numerous fields. The dataset was specifically chosen to aid in the identification of wheat rust in leaf photos. It is essential for assessing how well deep learning models including InceptionV3 perform at detecting various wheat rust diseases, such as brown rust, yellow rust, and healthy leaves</a:t>
            </a:r>
          </a:p>
        </p:txBody>
      </p:sp>
      <p:pic>
        <p:nvPicPr>
          <p:cNvPr id="4" name="Picture 3">
            <a:extLst>
              <a:ext uri="{FF2B5EF4-FFF2-40B4-BE49-F238E27FC236}">
                <a16:creationId xmlns:a16="http://schemas.microsoft.com/office/drawing/2014/main" xmlns="" id="{127F97DB-AA08-9DE8-2B49-1E32CA8E43C3}"/>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956" b="89956" l="5077" r="90000">
                        <a14:backgroundMark x1="9692" y1="6667" x2="93231" y2="6844"/>
                        <a14:backgroundMark x1="10462" y1="6489" x2="5077" y2="6489"/>
                        <a14:backgroundMark x1="5077" y1="6489" x2="5385" y2="94400"/>
                        <a14:backgroundMark x1="5385" y1="94400" x2="93538" y2="93156"/>
                      </a14:backgroundRemoval>
                    </a14:imgEffect>
                    <a14:imgEffect>
                      <a14:saturation sat="400000"/>
                    </a14:imgEffect>
                  </a14:imgLayer>
                </a14:imgProps>
              </a:ext>
            </a:extLst>
          </a:blip>
          <a:stretch>
            <a:fillRect/>
          </a:stretch>
        </p:blipFill>
        <p:spPr>
          <a:xfrm>
            <a:off x="8220775" y="0"/>
            <a:ext cx="3962400" cy="6858000"/>
          </a:xfrm>
          <a:prstGeom prst="rect">
            <a:avLst/>
          </a:prstGeom>
        </p:spPr>
      </p:pic>
    </p:spTree>
    <p:extLst>
      <p:ext uri="{BB962C8B-B14F-4D97-AF65-F5344CB8AC3E}">
        <p14:creationId xmlns:p14="http://schemas.microsoft.com/office/powerpoint/2010/main" val="2193972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CACD746-D928-6442-6F14-0A11257AB76F}"/>
            </a:ext>
          </a:extLst>
        </p:cNvPr>
        <p:cNvGrpSpPr/>
        <p:nvPr/>
      </p:nvGrpSpPr>
      <p:grpSpPr>
        <a:xfrm>
          <a:off x="0" y="0"/>
          <a:ext cx="0" cy="0"/>
          <a:chOff x="0" y="0"/>
          <a:chExt cx="0" cy="0"/>
        </a:xfrm>
      </p:grpSpPr>
      <p:pic>
        <p:nvPicPr>
          <p:cNvPr id="5" name="Picture 4" descr="Golden wheat against sky">
            <a:extLst>
              <a:ext uri="{FF2B5EF4-FFF2-40B4-BE49-F238E27FC236}">
                <a16:creationId xmlns:a16="http://schemas.microsoft.com/office/drawing/2014/main" xmlns="" id="{C6A3FDDF-696C-76BB-88D0-A26897C55359}"/>
              </a:ext>
            </a:extLst>
          </p:cNvPr>
          <p:cNvPicPr>
            <a:picLocks noChangeAspect="1"/>
          </p:cNvPicPr>
          <p:nvPr/>
        </p:nvPicPr>
        <p:blipFill rotWithShape="1">
          <a:blip r:embed="rId3">
            <a:alphaModFix amt="35000"/>
          </a:blip>
          <a:srcRect t="15730"/>
          <a:stretch/>
        </p:blipFill>
        <p:spPr>
          <a:xfrm>
            <a:off x="-8825" y="10"/>
            <a:ext cx="12192000" cy="6857990"/>
          </a:xfrm>
          <a:prstGeom prst="rect">
            <a:avLst/>
          </a:prstGeom>
        </p:spPr>
      </p:pic>
      <p:sp>
        <p:nvSpPr>
          <p:cNvPr id="2" name="Title 1">
            <a:extLst>
              <a:ext uri="{FF2B5EF4-FFF2-40B4-BE49-F238E27FC236}">
                <a16:creationId xmlns:a16="http://schemas.microsoft.com/office/drawing/2014/main" xmlns="" id="{7074E6E3-B991-2924-E8DA-34F461F1EC58}"/>
              </a:ext>
            </a:extLst>
          </p:cNvPr>
          <p:cNvSpPr>
            <a:spLocks noGrp="1"/>
          </p:cNvSpPr>
          <p:nvPr>
            <p:ph type="title"/>
          </p:nvPr>
        </p:nvSpPr>
        <p:spPr/>
        <p:txBody>
          <a:bodyPr/>
          <a:lstStyle/>
          <a:p>
            <a:r>
              <a:rPr lang="en-US" sz="4400" b="1" dirty="0">
                <a:solidFill>
                  <a:schemeClr val="bg1"/>
                </a:solidFill>
                <a:latin typeface="Times New Roman" panose="02020603050405020304" pitchFamily="18" charset="0"/>
                <a:cs typeface="Times New Roman" panose="02020603050405020304" pitchFamily="18" charset="0"/>
              </a:rPr>
              <a:t>Results </a:t>
            </a:r>
          </a:p>
        </p:txBody>
      </p:sp>
      <p:sp>
        <p:nvSpPr>
          <p:cNvPr id="3" name="Content Placeholder 2">
            <a:extLst>
              <a:ext uri="{FF2B5EF4-FFF2-40B4-BE49-F238E27FC236}">
                <a16:creationId xmlns:a16="http://schemas.microsoft.com/office/drawing/2014/main" xmlns="" id="{D57871BC-F1FC-9C39-872A-90C474ABD977}"/>
              </a:ext>
            </a:extLst>
          </p:cNvPr>
          <p:cNvSpPr>
            <a:spLocks noGrp="1"/>
          </p:cNvSpPr>
          <p:nvPr>
            <p:ph idx="1"/>
          </p:nvPr>
        </p:nvSpPr>
        <p:spPr>
          <a:xfrm>
            <a:off x="838200" y="1825625"/>
            <a:ext cx="5166360" cy="2025015"/>
          </a:xfrm>
        </p:spPr>
        <p:txBody>
          <a:bodyPr>
            <a:noAutofit/>
          </a:bodyPr>
          <a:lstStyle/>
          <a:p>
            <a:pPr>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Experimental results in detecting yellow, brown, and black rust demonstrate commendable accuracy rates for  (98%).</a:t>
            </a:r>
          </a:p>
        </p:txBody>
      </p:sp>
      <p:pic>
        <p:nvPicPr>
          <p:cNvPr id="4" name="Picture 3">
            <a:extLst>
              <a:ext uri="{FF2B5EF4-FFF2-40B4-BE49-F238E27FC236}">
                <a16:creationId xmlns:a16="http://schemas.microsoft.com/office/drawing/2014/main" xmlns="" id="{3C732140-8E11-4F6B-A63C-021E730222BF}"/>
              </a:ext>
            </a:extLst>
          </p:cNvPr>
          <p:cNvPicPr>
            <a:picLocks noChangeAspect="1"/>
          </p:cNvPicPr>
          <p:nvPr/>
        </p:nvPicPr>
        <p:blipFill>
          <a:blip r:embed="rId4"/>
          <a:stretch>
            <a:fillRect/>
          </a:stretch>
        </p:blipFill>
        <p:spPr>
          <a:xfrm>
            <a:off x="6095999" y="195128"/>
            <a:ext cx="5838931" cy="2955082"/>
          </a:xfrm>
          <a:prstGeom prst="rect">
            <a:avLst/>
          </a:prstGeom>
        </p:spPr>
      </p:pic>
      <p:pic>
        <p:nvPicPr>
          <p:cNvPr id="6" name="Picture 5">
            <a:extLst>
              <a:ext uri="{FF2B5EF4-FFF2-40B4-BE49-F238E27FC236}">
                <a16:creationId xmlns:a16="http://schemas.microsoft.com/office/drawing/2014/main" xmlns="" id="{96B4DB02-AB4E-A300-98C5-8F75F3632BFF}"/>
              </a:ext>
            </a:extLst>
          </p:cNvPr>
          <p:cNvPicPr>
            <a:picLocks noChangeAspect="1"/>
          </p:cNvPicPr>
          <p:nvPr/>
        </p:nvPicPr>
        <p:blipFill>
          <a:blip r:embed="rId5"/>
          <a:stretch>
            <a:fillRect/>
          </a:stretch>
        </p:blipFill>
        <p:spPr>
          <a:xfrm>
            <a:off x="6095999" y="3429000"/>
            <a:ext cx="5838931" cy="3428990"/>
          </a:xfrm>
          <a:prstGeom prst="rect">
            <a:avLst/>
          </a:prstGeom>
        </p:spPr>
      </p:pic>
    </p:spTree>
    <p:extLst>
      <p:ext uri="{BB962C8B-B14F-4D97-AF65-F5344CB8AC3E}">
        <p14:creationId xmlns:p14="http://schemas.microsoft.com/office/powerpoint/2010/main" val="2945869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30D1118-1E6A-6E9C-B597-53CBFB27695A}"/>
            </a:ext>
          </a:extLst>
        </p:cNvPr>
        <p:cNvGrpSpPr/>
        <p:nvPr/>
      </p:nvGrpSpPr>
      <p:grpSpPr>
        <a:xfrm>
          <a:off x="0" y="0"/>
          <a:ext cx="0" cy="0"/>
          <a:chOff x="0" y="0"/>
          <a:chExt cx="0" cy="0"/>
        </a:xfrm>
      </p:grpSpPr>
      <p:pic>
        <p:nvPicPr>
          <p:cNvPr id="5" name="Picture 4" descr="Golden wheat against sky">
            <a:extLst>
              <a:ext uri="{FF2B5EF4-FFF2-40B4-BE49-F238E27FC236}">
                <a16:creationId xmlns:a16="http://schemas.microsoft.com/office/drawing/2014/main" xmlns="" id="{C4A28191-5480-412F-6985-0AB7DFA05647}"/>
              </a:ext>
            </a:extLst>
          </p:cNvPr>
          <p:cNvPicPr>
            <a:picLocks noChangeAspect="1"/>
          </p:cNvPicPr>
          <p:nvPr/>
        </p:nvPicPr>
        <p:blipFill rotWithShape="1">
          <a:blip r:embed="rId3">
            <a:alphaModFix amt="35000"/>
          </a:blip>
          <a:srcRect t="15730"/>
          <a:stretch/>
        </p:blipFill>
        <p:spPr>
          <a:xfrm>
            <a:off x="-8825" y="0"/>
            <a:ext cx="12192000" cy="6857990"/>
          </a:xfrm>
          <a:prstGeom prst="rect">
            <a:avLst/>
          </a:prstGeom>
        </p:spPr>
      </p:pic>
      <p:sp>
        <p:nvSpPr>
          <p:cNvPr id="3" name="Content Placeholder 2">
            <a:extLst>
              <a:ext uri="{FF2B5EF4-FFF2-40B4-BE49-F238E27FC236}">
                <a16:creationId xmlns:a16="http://schemas.microsoft.com/office/drawing/2014/main" xmlns="" id="{695C6EB1-0528-39F8-9394-37F5C35F36E1}"/>
              </a:ext>
            </a:extLst>
          </p:cNvPr>
          <p:cNvSpPr>
            <a:spLocks noGrp="1"/>
          </p:cNvSpPr>
          <p:nvPr>
            <p:ph idx="1"/>
          </p:nvPr>
        </p:nvSpPr>
        <p:spPr>
          <a:xfrm>
            <a:off x="484094" y="860612"/>
            <a:ext cx="4554071" cy="5316351"/>
          </a:xfrm>
        </p:spPr>
        <p:txBody>
          <a:bodyPr>
            <a:noAutofit/>
          </a:bodyPr>
          <a:lstStyle/>
          <a:p>
            <a:pPr marL="0" indent="0" algn="just">
              <a:buClr>
                <a:schemeClr val="bg1"/>
              </a:buClr>
              <a:buSzPct val="150000"/>
              <a:buNone/>
            </a:pPr>
            <a:r>
              <a:rPr lang="en-US" sz="2400" b="1" dirty="0" smtClean="0">
                <a:solidFill>
                  <a:schemeClr val="bg1"/>
                </a:solidFill>
                <a:latin typeface="Times New Roman" panose="02020603050405020304" pitchFamily="18" charset="0"/>
                <a:cs typeface="Times New Roman" panose="02020603050405020304" pitchFamily="18" charset="0"/>
              </a:rPr>
              <a:t>Results</a:t>
            </a:r>
          </a:p>
          <a:p>
            <a:pPr marL="0" indent="0" algn="just">
              <a:buClr>
                <a:schemeClr val="bg1"/>
              </a:buClr>
              <a:buSzPct val="150000"/>
              <a:buNone/>
            </a:pPr>
            <a:endParaRPr lang="en-US" sz="2400" b="1" dirty="0">
              <a:solidFill>
                <a:schemeClr val="bg1"/>
              </a:solidFill>
              <a:latin typeface="Times New Roman" panose="02020603050405020304" pitchFamily="18" charset="0"/>
              <a:cs typeface="Times New Roman" panose="02020603050405020304" pitchFamily="18" charset="0"/>
            </a:endParaRPr>
          </a:p>
          <a:p>
            <a:pPr marL="0" indent="0" algn="just">
              <a:buClr>
                <a:schemeClr val="bg1"/>
              </a:buClr>
              <a:buSzPct val="150000"/>
              <a:buNone/>
            </a:pPr>
            <a:r>
              <a:rPr lang="en-US" sz="2200" dirty="0" smtClean="0">
                <a:solidFill>
                  <a:schemeClr val="bg1">
                    <a:lumMod val="95000"/>
                  </a:schemeClr>
                </a:solidFill>
                <a:latin typeface="Times New Roman" panose="02020603050405020304" pitchFamily="18" charset="0"/>
                <a:cs typeface="Times New Roman" panose="02020603050405020304" pitchFamily="18" charset="0"/>
              </a:rPr>
              <a:t>When the model achieved its max accuracy, we test it using </a:t>
            </a:r>
            <a:r>
              <a:rPr lang="en-US" sz="2200" dirty="0" err="1" smtClean="0">
                <a:solidFill>
                  <a:schemeClr val="bg1">
                    <a:lumMod val="95000"/>
                  </a:schemeClr>
                </a:solidFill>
                <a:latin typeface="Times New Roman" panose="02020603050405020304" pitchFamily="18" charset="0"/>
                <a:cs typeface="Times New Roman" panose="02020603050405020304" pitchFamily="18" charset="0"/>
              </a:rPr>
              <a:t>gradio</a:t>
            </a:r>
            <a:r>
              <a:rPr lang="en-US" sz="2200" dirty="0" smtClean="0">
                <a:solidFill>
                  <a:schemeClr val="bg1">
                    <a:lumMod val="95000"/>
                  </a:schemeClr>
                </a:solidFill>
                <a:latin typeface="Times New Roman" panose="02020603050405020304" pitchFamily="18" charset="0"/>
                <a:cs typeface="Times New Roman" panose="02020603050405020304" pitchFamily="18" charset="0"/>
              </a:rPr>
              <a:t>.</a:t>
            </a:r>
            <a:endParaRPr lang="en-US" sz="2200" dirty="0">
              <a:solidFill>
                <a:schemeClr val="bg1">
                  <a:lumMod val="95000"/>
                </a:schemeClr>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69998" y="1074687"/>
            <a:ext cx="6813177" cy="5478513"/>
          </a:xfrm>
          <a:prstGeom prst="rect">
            <a:avLst/>
          </a:prstGeom>
        </p:spPr>
      </p:pic>
    </p:spTree>
    <p:extLst>
      <p:ext uri="{BB962C8B-B14F-4D97-AF65-F5344CB8AC3E}">
        <p14:creationId xmlns:p14="http://schemas.microsoft.com/office/powerpoint/2010/main" val="37903189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424A8C5-2CC8-D611-62FF-75D5B7989567}"/>
            </a:ext>
          </a:extLst>
        </p:cNvPr>
        <p:cNvGrpSpPr/>
        <p:nvPr/>
      </p:nvGrpSpPr>
      <p:grpSpPr>
        <a:xfrm>
          <a:off x="0" y="0"/>
          <a:ext cx="0" cy="0"/>
          <a:chOff x="0" y="0"/>
          <a:chExt cx="0" cy="0"/>
        </a:xfrm>
      </p:grpSpPr>
      <p:pic>
        <p:nvPicPr>
          <p:cNvPr id="5" name="Picture 4" descr="Golden wheat against sky">
            <a:extLst>
              <a:ext uri="{FF2B5EF4-FFF2-40B4-BE49-F238E27FC236}">
                <a16:creationId xmlns:a16="http://schemas.microsoft.com/office/drawing/2014/main" xmlns="" id="{7EDF7580-9B5A-540E-BA94-2E7B9297F5AF}"/>
              </a:ext>
            </a:extLst>
          </p:cNvPr>
          <p:cNvPicPr>
            <a:picLocks noChangeAspect="1"/>
          </p:cNvPicPr>
          <p:nvPr/>
        </p:nvPicPr>
        <p:blipFill rotWithShape="1">
          <a:blip r:embed="rId3">
            <a:alphaModFix amt="35000"/>
          </a:blip>
          <a:srcRect t="15730"/>
          <a:stretch/>
        </p:blipFill>
        <p:spPr>
          <a:xfrm>
            <a:off x="-8825" y="10"/>
            <a:ext cx="12192000" cy="6857990"/>
          </a:xfrm>
          <a:prstGeom prst="rect">
            <a:avLst/>
          </a:prstGeom>
        </p:spPr>
      </p:pic>
      <p:sp>
        <p:nvSpPr>
          <p:cNvPr id="2" name="Title 1">
            <a:extLst>
              <a:ext uri="{FF2B5EF4-FFF2-40B4-BE49-F238E27FC236}">
                <a16:creationId xmlns:a16="http://schemas.microsoft.com/office/drawing/2014/main" xmlns="" id="{C8B5E0B3-BED5-7F2B-166B-219CDAAA2717}"/>
              </a:ext>
            </a:extLst>
          </p:cNvPr>
          <p:cNvSpPr>
            <a:spLocks noGrp="1"/>
          </p:cNvSpPr>
          <p:nvPr>
            <p:ph type="title"/>
          </p:nvPr>
        </p:nvSpPr>
        <p:spPr>
          <a:xfrm>
            <a:off x="838200" y="502024"/>
            <a:ext cx="10515600" cy="1407458"/>
          </a:xfrm>
        </p:spPr>
        <p:txBody>
          <a:bodyPr/>
          <a:lstStyle/>
          <a:p>
            <a:r>
              <a:rPr lang="en-US" b="1" dirty="0">
                <a:solidFill>
                  <a:schemeClr val="bg1"/>
                </a:solidFill>
                <a:latin typeface="Times New Roman" panose="02020603050405020304" pitchFamily="18" charset="0"/>
                <a:cs typeface="Times New Roman" panose="02020603050405020304" pitchFamily="18" charset="0"/>
              </a:rPr>
              <a:t>Conclusion and Recommendations</a:t>
            </a:r>
            <a:endParaRPr lang="en-US" b="1" dirty="0">
              <a:solidFill>
                <a:schemeClr val="bg1">
                  <a:lumMod val="95000"/>
                </a:schemeClr>
              </a:solidFill>
            </a:endParaRPr>
          </a:p>
        </p:txBody>
      </p:sp>
      <p:sp>
        <p:nvSpPr>
          <p:cNvPr id="3" name="Content Placeholder 2">
            <a:extLst>
              <a:ext uri="{FF2B5EF4-FFF2-40B4-BE49-F238E27FC236}">
                <a16:creationId xmlns:a16="http://schemas.microsoft.com/office/drawing/2014/main" xmlns="" id="{1C97557C-C595-1696-0643-CBA8C5EF056B}"/>
              </a:ext>
            </a:extLst>
          </p:cNvPr>
          <p:cNvSpPr>
            <a:spLocks noGrp="1"/>
          </p:cNvSpPr>
          <p:nvPr>
            <p:ph idx="1"/>
          </p:nvPr>
        </p:nvSpPr>
        <p:spPr>
          <a:xfrm>
            <a:off x="838200" y="1981199"/>
            <a:ext cx="10515600" cy="4195763"/>
          </a:xfrm>
        </p:spPr>
        <p:txBody>
          <a:bodyPr>
            <a:noAutofit/>
          </a:bodyPr>
          <a:lstStyle/>
          <a:p>
            <a:pPr algn="just">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The research, utilizing a dataset of 5000 wheat leaf images, showcased the models' accuracy in identifying brown rust, yellow rust, black rust and healthy leaves. Rigorous preprocessing and augmentation improved generalization, and models achieved high accuracy, with InceptionV3 at 98%. The study underscores their potential in advancing agricultural disease detection.</a:t>
            </a:r>
            <a:endParaRPr lang="en-US" sz="2200" dirty="0">
              <a:solidFill>
                <a:schemeClr val="bg1">
                  <a:lumMod val="9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0307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7DAED11-0C3E-D1BC-44B7-EEB3FF64715C}"/>
            </a:ext>
          </a:extLst>
        </p:cNvPr>
        <p:cNvGrpSpPr/>
        <p:nvPr/>
      </p:nvGrpSpPr>
      <p:grpSpPr>
        <a:xfrm>
          <a:off x="0" y="0"/>
          <a:ext cx="0" cy="0"/>
          <a:chOff x="0" y="0"/>
          <a:chExt cx="0" cy="0"/>
        </a:xfrm>
      </p:grpSpPr>
      <p:pic>
        <p:nvPicPr>
          <p:cNvPr id="5" name="Picture 4" descr="Golden wheat against sky">
            <a:extLst>
              <a:ext uri="{FF2B5EF4-FFF2-40B4-BE49-F238E27FC236}">
                <a16:creationId xmlns:a16="http://schemas.microsoft.com/office/drawing/2014/main" xmlns="" id="{69BFC34B-2FA9-803E-E5D3-15957D1A7C02}"/>
              </a:ext>
            </a:extLst>
          </p:cNvPr>
          <p:cNvPicPr>
            <a:picLocks noChangeAspect="1"/>
          </p:cNvPicPr>
          <p:nvPr/>
        </p:nvPicPr>
        <p:blipFill rotWithShape="1">
          <a:blip r:embed="rId3">
            <a:alphaModFix amt="35000"/>
          </a:blip>
          <a:srcRect t="15730"/>
          <a:stretch/>
        </p:blipFill>
        <p:spPr>
          <a:xfrm>
            <a:off x="-8825" y="10"/>
            <a:ext cx="12192000" cy="6857990"/>
          </a:xfrm>
          <a:prstGeom prst="rect">
            <a:avLst/>
          </a:prstGeom>
        </p:spPr>
      </p:pic>
      <p:sp>
        <p:nvSpPr>
          <p:cNvPr id="2" name="Title 1">
            <a:extLst>
              <a:ext uri="{FF2B5EF4-FFF2-40B4-BE49-F238E27FC236}">
                <a16:creationId xmlns:a16="http://schemas.microsoft.com/office/drawing/2014/main" xmlns="" id="{9E070AF5-5919-AF1D-13AE-11EC49245AF1}"/>
              </a:ext>
            </a:extLst>
          </p:cNvPr>
          <p:cNvSpPr>
            <a:spLocks noGrp="1"/>
          </p:cNvSpPr>
          <p:nvPr>
            <p:ph type="title"/>
          </p:nvPr>
        </p:nvSpPr>
        <p:spPr/>
        <p:txBody>
          <a:bodyPr/>
          <a:lstStyle/>
          <a:p>
            <a:r>
              <a:rPr lang="en-US" sz="4400" b="1" dirty="0">
                <a:solidFill>
                  <a:schemeClr val="bg1"/>
                </a:solidFill>
                <a:latin typeface="Times New Roman" panose="02020603050405020304" pitchFamily="18" charset="0"/>
                <a:cs typeface="Times New Roman" panose="02020603050405020304" pitchFamily="18" charset="0"/>
              </a:rPr>
              <a:t>Future Work and Enhancement</a:t>
            </a:r>
            <a:endParaRPr lang="en-US" b="1" dirty="0">
              <a:solidFill>
                <a:schemeClr val="bg1">
                  <a:lumMod val="95000"/>
                </a:schemeClr>
              </a:solidFill>
            </a:endParaRPr>
          </a:p>
        </p:txBody>
      </p:sp>
      <p:sp>
        <p:nvSpPr>
          <p:cNvPr id="3" name="Content Placeholder 2">
            <a:extLst>
              <a:ext uri="{FF2B5EF4-FFF2-40B4-BE49-F238E27FC236}">
                <a16:creationId xmlns:a16="http://schemas.microsoft.com/office/drawing/2014/main" xmlns="" id="{48D8F33D-2315-E9DF-C237-81427BAB8CCA}"/>
              </a:ext>
            </a:extLst>
          </p:cNvPr>
          <p:cNvSpPr>
            <a:spLocks noGrp="1"/>
          </p:cNvSpPr>
          <p:nvPr>
            <p:ph idx="1"/>
          </p:nvPr>
        </p:nvSpPr>
        <p:spPr/>
        <p:txBody>
          <a:bodyPr>
            <a:noAutofit/>
          </a:bodyPr>
          <a:lstStyle/>
          <a:p>
            <a:pPr algn="just">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Broader Disease Coverage: Extend the model to detect other wheat diseases and apply it to additional crops.</a:t>
            </a:r>
          </a:p>
          <a:p>
            <a:pPr algn="just">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Mobile App Development: Launch an offline-capable mobile application for field use in remote areas.</a:t>
            </a:r>
          </a:p>
          <a:p>
            <a:pPr algn="just">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Multilingual Support: Add language options to serve diverse farming populations.</a:t>
            </a:r>
          </a:p>
          <a:p>
            <a:pPr algn="just">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Severity Detection: Refine the system to estimate disease severity levels for more precise treatment advice.</a:t>
            </a:r>
          </a:p>
          <a:p>
            <a:pPr algn="just">
              <a:buClr>
                <a:schemeClr val="bg1"/>
              </a:buClr>
              <a:buSzPct val="150000"/>
            </a:pPr>
            <a:r>
              <a:rPr lang="en-US" sz="2200" dirty="0">
                <a:solidFill>
                  <a:schemeClr val="bg1">
                    <a:lumMod val="95000"/>
                  </a:schemeClr>
                </a:solidFill>
                <a:latin typeface="Times New Roman" panose="02020603050405020304" pitchFamily="18" charset="0"/>
                <a:cs typeface="Times New Roman" panose="02020603050405020304" pitchFamily="18" charset="0"/>
              </a:rPr>
              <a:t>Weather Data Integration: Combine with weather forecasting systems to predict and prevent outbreaks in advance.</a:t>
            </a:r>
          </a:p>
        </p:txBody>
      </p:sp>
    </p:spTree>
    <p:extLst>
      <p:ext uri="{BB962C8B-B14F-4D97-AF65-F5344CB8AC3E}">
        <p14:creationId xmlns:p14="http://schemas.microsoft.com/office/powerpoint/2010/main" val="3948647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A519ABB-A37F-A567-C46D-CF2627B08B71}"/>
            </a:ext>
          </a:extLst>
        </p:cNvPr>
        <p:cNvGrpSpPr/>
        <p:nvPr/>
      </p:nvGrpSpPr>
      <p:grpSpPr>
        <a:xfrm>
          <a:off x="0" y="0"/>
          <a:ext cx="0" cy="0"/>
          <a:chOff x="0" y="0"/>
          <a:chExt cx="0" cy="0"/>
        </a:xfrm>
      </p:grpSpPr>
      <p:pic>
        <p:nvPicPr>
          <p:cNvPr id="5" name="Picture 4" descr="Golden wheat against sky">
            <a:extLst>
              <a:ext uri="{FF2B5EF4-FFF2-40B4-BE49-F238E27FC236}">
                <a16:creationId xmlns:a16="http://schemas.microsoft.com/office/drawing/2014/main" xmlns="" id="{915E63D4-5B5F-6BB7-F5FC-2E8894397002}"/>
              </a:ext>
            </a:extLst>
          </p:cNvPr>
          <p:cNvPicPr>
            <a:picLocks noChangeAspect="1"/>
          </p:cNvPicPr>
          <p:nvPr/>
        </p:nvPicPr>
        <p:blipFill rotWithShape="1">
          <a:blip r:embed="rId3">
            <a:alphaModFix amt="35000"/>
          </a:blip>
          <a:srcRect t="15730"/>
          <a:stretch/>
        </p:blipFill>
        <p:spPr>
          <a:xfrm>
            <a:off x="-8825" y="10"/>
            <a:ext cx="12192000" cy="6857990"/>
          </a:xfrm>
          <a:prstGeom prst="rect">
            <a:avLst/>
          </a:prstGeom>
        </p:spPr>
      </p:pic>
      <p:sp>
        <p:nvSpPr>
          <p:cNvPr id="2" name="Title 1">
            <a:extLst>
              <a:ext uri="{FF2B5EF4-FFF2-40B4-BE49-F238E27FC236}">
                <a16:creationId xmlns:a16="http://schemas.microsoft.com/office/drawing/2014/main" xmlns="" id="{881CDD3B-F1A4-AF20-8937-95F7400CF76E}"/>
              </a:ext>
            </a:extLst>
          </p:cNvPr>
          <p:cNvSpPr>
            <a:spLocks noGrp="1"/>
          </p:cNvSpPr>
          <p:nvPr>
            <p:ph type="title"/>
          </p:nvPr>
        </p:nvSpPr>
        <p:spPr>
          <a:xfrm>
            <a:off x="3877310" y="2504122"/>
            <a:ext cx="4437380" cy="1849755"/>
          </a:xfrm>
        </p:spPr>
        <p:txBody>
          <a:bodyPr>
            <a:noAutofit/>
          </a:bodyPr>
          <a:lstStyle/>
          <a:p>
            <a:pPr algn="ctr"/>
            <a:r>
              <a:rPr lang="en-US" sz="6000" b="1" dirty="0">
                <a:solidFill>
                  <a:schemeClr val="bg1"/>
                </a:solidFill>
                <a:latin typeface="Times New Roman" panose="02020603050405020304" pitchFamily="18" charset="0"/>
                <a:cs typeface="Times New Roman" panose="02020603050405020304" pitchFamily="18" charset="0"/>
              </a:rPr>
              <a:t>Thank You </a:t>
            </a:r>
            <a:endParaRPr lang="en-US" sz="6000" b="1" dirty="0">
              <a:solidFill>
                <a:schemeClr val="bg1">
                  <a:lumMod val="95000"/>
                </a:schemeClr>
              </a:solidFill>
            </a:endParaRPr>
          </a:p>
        </p:txBody>
      </p:sp>
    </p:spTree>
    <p:extLst>
      <p:ext uri="{BB962C8B-B14F-4D97-AF65-F5344CB8AC3E}">
        <p14:creationId xmlns:p14="http://schemas.microsoft.com/office/powerpoint/2010/main" val="373247946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2013 - 2022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88</TotalTime>
  <Words>713</Words>
  <Application>Microsoft Office PowerPoint</Application>
  <PresentationFormat>Custom</PresentationFormat>
  <Paragraphs>92</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SmartRust AI for Wheat Disease Detection and Prevention</vt:lpstr>
      <vt:lpstr>About Us</vt:lpstr>
      <vt:lpstr>Contents</vt:lpstr>
      <vt:lpstr>Introduction</vt:lpstr>
      <vt:lpstr>Problem Statement</vt:lpstr>
      <vt:lpstr>Objectives</vt:lpstr>
      <vt:lpstr>Features</vt:lpstr>
      <vt:lpstr>Vision</vt:lpstr>
      <vt:lpstr> Mission</vt:lpstr>
      <vt:lpstr>Tools and Techniques</vt:lpstr>
      <vt:lpstr>METHODOLOGY</vt:lpstr>
      <vt:lpstr>Models (InceptionV3)</vt:lpstr>
      <vt:lpstr>Dataset</vt:lpstr>
      <vt:lpstr>Results </vt:lpstr>
      <vt:lpstr>PowerPoint Presentation</vt:lpstr>
      <vt:lpstr>Conclusion and Recommendations</vt:lpstr>
      <vt:lpstr>Future Work and Enhancement</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SmartRust AI for Wheat Disease Detection and Prevention</dc:title>
  <dc:creator>Rehan Tariq</dc:creator>
  <cp:lastModifiedBy>MIT</cp:lastModifiedBy>
  <cp:revision>5</cp:revision>
  <dcterms:created xsi:type="dcterms:W3CDTF">2025-06-29T14:53:23Z</dcterms:created>
  <dcterms:modified xsi:type="dcterms:W3CDTF">2025-07-01T13:38:51Z</dcterms:modified>
</cp:coreProperties>
</file>